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13" r:id="rId4"/>
  </p:sldMasterIdLst>
  <p:notesMasterIdLst>
    <p:notesMasterId r:id="rId15"/>
  </p:notesMasterIdLst>
  <p:handoutMasterIdLst>
    <p:handoutMasterId r:id="rId16"/>
  </p:handoutMasterIdLst>
  <p:sldIdLst>
    <p:sldId id="258" r:id="rId5"/>
    <p:sldId id="259" r:id="rId6"/>
    <p:sldId id="260" r:id="rId7"/>
    <p:sldId id="263" r:id="rId8"/>
    <p:sldId id="261" r:id="rId9"/>
    <p:sldId id="262" r:id="rId10"/>
    <p:sldId id="265" r:id="rId11"/>
    <p:sldId id="266" r:id="rId12"/>
    <p:sldId id="267" r:id="rId13"/>
    <p:sldId id="264"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1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6" d="100"/>
          <a:sy n="56" d="100"/>
        </p:scale>
        <p:origin x="90" y="13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edrin, Benjamin" userId="81f92d92-aafd-4b8c-9509-91018ca996b9" providerId="ADAL" clId="{D0C46A36-66AB-4505-A489-BF3EADBBFAE4}"/>
    <pc:docChg chg="custSel modSld">
      <pc:chgData name="Pedrin, Benjamin" userId="81f92d92-aafd-4b8c-9509-91018ca996b9" providerId="ADAL" clId="{D0C46A36-66AB-4505-A489-BF3EADBBFAE4}" dt="2026-10-12T23:48:02.023" v="29" actId="478"/>
      <pc:docMkLst>
        <pc:docMk/>
      </pc:docMkLst>
      <pc:sldChg chg="modSp mod">
        <pc:chgData name="Pedrin, Benjamin" userId="81f92d92-aafd-4b8c-9509-91018ca996b9" providerId="ADAL" clId="{D0C46A36-66AB-4505-A489-BF3EADBBFAE4}" dt="2026-10-12T22:33:35.123" v="28" actId="20577"/>
        <pc:sldMkLst>
          <pc:docMk/>
          <pc:sldMk cId="450420826" sldId="263"/>
        </pc:sldMkLst>
        <pc:spChg chg="mod">
          <ac:chgData name="Pedrin, Benjamin" userId="81f92d92-aafd-4b8c-9509-91018ca996b9" providerId="ADAL" clId="{D0C46A36-66AB-4505-A489-BF3EADBBFAE4}" dt="2026-10-12T22:33:35.123" v="28" actId="20577"/>
          <ac:spMkLst>
            <pc:docMk/>
            <pc:sldMk cId="450420826" sldId="263"/>
            <ac:spMk id="12" creationId="{470193F8-B225-2556-B2BC-FBF6682B04DA}"/>
          </ac:spMkLst>
        </pc:spChg>
      </pc:sldChg>
      <pc:sldChg chg="delSp mod delAnim">
        <pc:chgData name="Pedrin, Benjamin" userId="81f92d92-aafd-4b8c-9509-91018ca996b9" providerId="ADAL" clId="{D0C46A36-66AB-4505-A489-BF3EADBBFAE4}" dt="2026-10-12T23:48:02.023" v="29" actId="478"/>
        <pc:sldMkLst>
          <pc:docMk/>
          <pc:sldMk cId="2710960962" sldId="264"/>
        </pc:sldMkLst>
        <pc:picChg chg="del">
          <ac:chgData name="Pedrin, Benjamin" userId="81f92d92-aafd-4b8c-9509-91018ca996b9" providerId="ADAL" clId="{D0C46A36-66AB-4505-A489-BF3EADBBFAE4}" dt="2026-10-12T23:48:02.023" v="29" actId="478"/>
          <ac:picMkLst>
            <pc:docMk/>
            <pc:sldMk cId="2710960962" sldId="264"/>
            <ac:picMk id="2" creationId="{60AA4A3C-0ED4-73DF-4700-9F4B02F1E8A5}"/>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FB14B2-CD52-9E84-B3E7-49A90F3A72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DAE5F9-C39F-2ECF-0C06-D0122807D4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23FF85-4E34-4546-B772-76DFA4A6051B}" type="datetimeFigureOut">
              <a:rPr lang="en-US" smtClean="0"/>
              <a:t>10/12/2026</a:t>
            </a:fld>
            <a:endParaRPr lang="en-US"/>
          </a:p>
        </p:txBody>
      </p:sp>
      <p:sp>
        <p:nvSpPr>
          <p:cNvPr id="4" name="Footer Placeholder 3">
            <a:extLst>
              <a:ext uri="{FF2B5EF4-FFF2-40B4-BE49-F238E27FC236}">
                <a16:creationId xmlns:a16="http://schemas.microsoft.com/office/drawing/2014/main" id="{D37F3243-F9C0-85BE-2E9C-191F612CFE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CEBE2E3-8654-B63F-B7D6-9549069476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BF7180-4EDD-4E08-9775-7398C11D66ED}" type="slidenum">
              <a:rPr lang="en-US" smtClean="0"/>
              <a:t>‹#›</a:t>
            </a:fld>
            <a:endParaRPr lang="en-US"/>
          </a:p>
        </p:txBody>
      </p:sp>
    </p:spTree>
    <p:extLst>
      <p:ext uri="{BB962C8B-B14F-4D97-AF65-F5344CB8AC3E}">
        <p14:creationId xmlns:p14="http://schemas.microsoft.com/office/powerpoint/2010/main" val="2812143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5CC398-6116-4BD2-9FAD-9822FDA158BE}" type="datetimeFigureOut">
              <a:rPr lang="en-US" smtClean="0"/>
              <a:t>10/12/2026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EFF46E-6B43-41F9-9272-B566D03A251C}" type="slidenum">
              <a:rPr lang="en-US" smtClean="0"/>
              <a:t>‹#›</a:t>
            </a:fld>
            <a:endParaRPr lang="en-US"/>
          </a:p>
        </p:txBody>
      </p:sp>
    </p:spTree>
    <p:extLst>
      <p:ext uri="{BB962C8B-B14F-4D97-AF65-F5344CB8AC3E}">
        <p14:creationId xmlns:p14="http://schemas.microsoft.com/office/powerpoint/2010/main" val="191644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8EFF46E-6B43-41F9-9272-B566D03A251C}" type="slidenum">
              <a:rPr lang="en-US" smtClean="0"/>
              <a:t>1</a:t>
            </a:fld>
            <a:endParaRPr lang="en-US"/>
          </a:p>
        </p:txBody>
      </p:sp>
    </p:spTree>
    <p:extLst>
      <p:ext uri="{BB962C8B-B14F-4D97-AF65-F5344CB8AC3E}">
        <p14:creationId xmlns:p14="http://schemas.microsoft.com/office/powerpoint/2010/main" val="13669324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8EFF46E-6B43-41F9-9272-B566D03A251C}" type="slidenum">
              <a:rPr lang="en-US" smtClean="0"/>
              <a:t>5</a:t>
            </a:fld>
            <a:endParaRPr lang="en-US"/>
          </a:p>
        </p:txBody>
      </p:sp>
    </p:spTree>
    <p:extLst>
      <p:ext uri="{BB962C8B-B14F-4D97-AF65-F5344CB8AC3E}">
        <p14:creationId xmlns:p14="http://schemas.microsoft.com/office/powerpoint/2010/main" val="42190803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8EFF46E-6B43-41F9-9272-B566D03A251C}" type="slidenum">
              <a:rPr lang="en-US" smtClean="0"/>
              <a:t>9</a:t>
            </a:fld>
            <a:endParaRPr lang="en-US"/>
          </a:p>
        </p:txBody>
      </p:sp>
    </p:spTree>
    <p:extLst>
      <p:ext uri="{BB962C8B-B14F-4D97-AF65-F5344CB8AC3E}">
        <p14:creationId xmlns:p14="http://schemas.microsoft.com/office/powerpoint/2010/main" val="16354457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685800"/>
            <a:ext cx="10055354" cy="4007406"/>
          </a:xfrm>
        </p:spPr>
        <p:txBody>
          <a:bodyPr vert="horz" lIns="91440" tIns="45720" rIns="91440" bIns="45720" rtlCol="0" anchor="t">
            <a:noAutofit/>
          </a:bodyPr>
          <a:lstStyle>
            <a:lvl1pPr>
              <a:defRPr lang="en-US" sz="9000" dirty="0">
                <a:solidFill>
                  <a:schemeClr val="bg2"/>
                </a:solidFill>
              </a:defRPr>
            </a:lvl1pPr>
          </a:lstStyle>
          <a:p>
            <a:pPr lvl="0"/>
            <a:r>
              <a:rPr lang="en-US"/>
              <a:t>Click to edit Master title style</a:t>
            </a:r>
          </a:p>
        </p:txBody>
      </p:sp>
      <p:sp>
        <p:nvSpPr>
          <p:cNvPr id="14" name="Subtitle 2">
            <a:extLst>
              <a:ext uri="{FF2B5EF4-FFF2-40B4-BE49-F238E27FC236}">
                <a16:creationId xmlns:a16="http://schemas.microsoft.com/office/drawing/2014/main" id="{29A3647E-D38D-4EA6-ADC1-75AA53F8988F}"/>
              </a:ext>
            </a:extLst>
          </p:cNvPr>
          <p:cNvSpPr>
            <a:spLocks noGrp="1"/>
          </p:cNvSpPr>
          <p:nvPr>
            <p:ph type="subTitle" idx="1"/>
          </p:nvPr>
        </p:nvSpPr>
        <p:spPr>
          <a:xfrm>
            <a:off x="609598" y="5427002"/>
            <a:ext cx="9144001" cy="745198"/>
          </a:xfrm>
        </p:spPr>
        <p:txBody>
          <a:bodyPr vert="horz" lIns="91440" tIns="45720" rIns="91440" bIns="45720" rtlCol="0" anchor="t">
            <a:noAutofit/>
          </a:bodyPr>
          <a:lstStyle>
            <a:lvl1pPr>
              <a:defRPr lang="en-US" dirty="0">
                <a:solidFill>
                  <a:schemeClr val="bg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noAutofit/>
          </a:bodyPr>
          <a:lstStyle>
            <a:lvl1pPr>
              <a:defRPr>
                <a:solidFill>
                  <a:schemeClr val="bg1"/>
                </a:solidFill>
              </a:defRPr>
            </a:lvl1pPr>
          </a:lstStyle>
          <a:p>
            <a:fld id="{E5F44E88-89D9-49CC-9E37-1AF77A031198}" type="datetime1">
              <a:rPr lang="en-US" smtClean="0"/>
              <a:t>10/12/2026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7" name="Freeform: Shape 6">
            <a:extLst>
              <a:ext uri="{FF2B5EF4-FFF2-40B4-BE49-F238E27FC236}">
                <a16:creationId xmlns:a16="http://schemas.microsoft.com/office/drawing/2014/main" id="{50459DEE-913E-5261-4E77-AF3657E3AE0B}"/>
              </a:ext>
            </a:extLst>
          </p:cNvPr>
          <p:cNvSpPr/>
          <p:nvPr/>
        </p:nvSpPr>
        <p:spPr>
          <a:xfrm>
            <a:off x="11250895" y="4648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52F9BC4F-9D44-3587-056B-336E1457A6E2}"/>
              </a:ext>
            </a:extLst>
          </p:cNvPr>
          <p:cNvSpPr/>
          <p:nvPr/>
        </p:nvSpPr>
        <p:spPr>
          <a:xfrm>
            <a:off x="685800" y="4998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509D5EC-E7EA-22BC-7C88-C33F509CB5CF}"/>
              </a:ext>
            </a:extLst>
          </p:cNvPr>
          <p:cNvSpPr/>
          <p:nvPr/>
        </p:nvSpPr>
        <p:spPr>
          <a:xfrm>
            <a:off x="10998565" y="4730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098E9758-F942-96A0-231D-A25933E4CA82}"/>
              </a:ext>
            </a:extLst>
          </p:cNvPr>
          <p:cNvSpPr/>
          <p:nvPr/>
        </p:nvSpPr>
        <p:spPr>
          <a:xfrm>
            <a:off x="10976145" y="4730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Tree>
    <p:extLst>
      <p:ext uri="{BB962C8B-B14F-4D97-AF65-F5344CB8AC3E}">
        <p14:creationId xmlns:p14="http://schemas.microsoft.com/office/powerpoint/2010/main" val="366515023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10963655" cy="762001"/>
          </a:xfrm>
        </p:spPr>
        <p:txBody>
          <a:bodyPr anchor="b">
            <a:noAutofit/>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7" y="1828800"/>
            <a:ext cx="10963656" cy="4343400"/>
          </a:xfrm>
        </p:spPr>
        <p:txBody>
          <a:bodyPr>
            <a:noAutofit/>
          </a:bodyPr>
          <a:lstStyle>
            <a:lvl1pPr>
              <a:lnSpc>
                <a:spcPct val="100000"/>
              </a:lnSpc>
              <a:defRPr sz="14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1AC2C24E-B95E-481D-968E-0BDCFC72F656}" type="datetime1">
              <a:rPr lang="en-US" smtClean="0"/>
              <a:t>10/12/2026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5643177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p:bg>
      <p:bgPr>
        <a:solidFill>
          <a:schemeClr val="tx2"/>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2C6C0090-085A-1FB3-B3B7-D8DA73A125FE}"/>
              </a:ext>
            </a:extLst>
          </p:cNvPr>
          <p:cNvSpPr>
            <a:spLocks noGrp="1"/>
          </p:cNvSpPr>
          <p:nvPr>
            <p:ph type="ctrTitle"/>
          </p:nvPr>
        </p:nvSpPr>
        <p:spPr>
          <a:xfrm>
            <a:off x="614172" y="4419600"/>
            <a:ext cx="10963657" cy="1352245"/>
          </a:xfrm>
        </p:spPr>
        <p:txBody>
          <a:bodyPr vert="horz" lIns="91440" tIns="45720" rIns="91440" bIns="45720" rtlCol="0" anchor="b">
            <a:noAutofit/>
          </a:bodyPr>
          <a:lstStyle>
            <a:lvl1pPr>
              <a:defRPr lang="en-US" sz="7000" dirty="0">
                <a:solidFill>
                  <a:schemeClr val="bg2"/>
                </a:solidFill>
              </a:defRPr>
            </a:lvl1pPr>
          </a:lstStyle>
          <a:p>
            <a:pPr lvl="0"/>
            <a:r>
              <a:rPr lang="en-US"/>
              <a:t>Click to edit Master title style</a:t>
            </a:r>
          </a:p>
        </p:txBody>
      </p:sp>
      <p:sp>
        <p:nvSpPr>
          <p:cNvPr id="10" name="Subtitle 2">
            <a:extLst>
              <a:ext uri="{FF2B5EF4-FFF2-40B4-BE49-F238E27FC236}">
                <a16:creationId xmlns:a16="http://schemas.microsoft.com/office/drawing/2014/main" id="{76834447-947D-F9FA-98D1-8BF0FC477ABA}"/>
              </a:ext>
            </a:extLst>
          </p:cNvPr>
          <p:cNvSpPr>
            <a:spLocks noGrp="1"/>
          </p:cNvSpPr>
          <p:nvPr>
            <p:ph type="subTitle" idx="1"/>
          </p:nvPr>
        </p:nvSpPr>
        <p:spPr>
          <a:xfrm>
            <a:off x="614172" y="5943600"/>
            <a:ext cx="10963657" cy="609600"/>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p>
        </p:txBody>
      </p:sp>
      <p:sp>
        <p:nvSpPr>
          <p:cNvPr id="15" name="Picture Placeholder 14">
            <a:extLst>
              <a:ext uri="{FF2B5EF4-FFF2-40B4-BE49-F238E27FC236}">
                <a16:creationId xmlns:a16="http://schemas.microsoft.com/office/drawing/2014/main" id="{2573ACD2-30C7-6922-D14F-66F23CBA3774}"/>
              </a:ext>
            </a:extLst>
          </p:cNvPr>
          <p:cNvSpPr>
            <a:spLocks noGrp="1"/>
          </p:cNvSpPr>
          <p:nvPr>
            <p:ph type="pic" sz="quarter" idx="17"/>
          </p:nvPr>
        </p:nvSpPr>
        <p:spPr>
          <a:xfrm>
            <a:off x="0" y="0"/>
            <a:ext cx="12192000" cy="4114800"/>
          </a:xfrm>
          <a:blipFill>
            <a:blip r:embed="rId2">
              <a:alphaModFix amt="60000"/>
            </a:blip>
            <a:stretch>
              <a:fillRect/>
            </a:stretch>
          </a:blipFill>
        </p:spPr>
        <p:txBody>
          <a:bodyPr/>
          <a:lstStyle/>
          <a:p>
            <a:r>
              <a:rPr lang="en-US"/>
              <a:t>Click icon to add picture</a:t>
            </a:r>
          </a:p>
        </p:txBody>
      </p:sp>
    </p:spTree>
    <p:extLst>
      <p:ext uri="{BB962C8B-B14F-4D97-AF65-F5344CB8AC3E}">
        <p14:creationId xmlns:p14="http://schemas.microsoft.com/office/powerpoint/2010/main" val="230938521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2">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A813B312-A2CE-16E4-D28B-8DDFF5527304}"/>
              </a:ext>
            </a:extLst>
          </p:cNvPr>
          <p:cNvSpPr>
            <a:spLocks noGrp="1"/>
          </p:cNvSpPr>
          <p:nvPr>
            <p:ph type="ctrTitle"/>
          </p:nvPr>
        </p:nvSpPr>
        <p:spPr>
          <a:xfrm>
            <a:off x="4476746" y="685799"/>
            <a:ext cx="7080507" cy="32004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p>
        </p:txBody>
      </p:sp>
      <p:sp>
        <p:nvSpPr>
          <p:cNvPr id="16" name="Subtitle 2">
            <a:extLst>
              <a:ext uri="{FF2B5EF4-FFF2-40B4-BE49-F238E27FC236}">
                <a16:creationId xmlns:a16="http://schemas.microsoft.com/office/drawing/2014/main" id="{4846D76D-B1D3-9330-420A-6ED740BDB970}"/>
              </a:ext>
            </a:extLst>
          </p:cNvPr>
          <p:cNvSpPr>
            <a:spLocks noGrp="1"/>
          </p:cNvSpPr>
          <p:nvPr>
            <p:ph type="subTitle" idx="1"/>
          </p:nvPr>
        </p:nvSpPr>
        <p:spPr>
          <a:xfrm>
            <a:off x="4476746" y="5277549"/>
            <a:ext cx="7080507" cy="894646"/>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p>
        </p:txBody>
      </p:sp>
      <p:sp>
        <p:nvSpPr>
          <p:cNvPr id="14" name="Picture Placeholder 25">
            <a:extLst>
              <a:ext uri="{FF2B5EF4-FFF2-40B4-BE49-F238E27FC236}">
                <a16:creationId xmlns:a16="http://schemas.microsoft.com/office/drawing/2014/main" id="{982E949F-6B9B-8268-EB83-127C78D43502}"/>
              </a:ext>
            </a:extLst>
          </p:cNvPr>
          <p:cNvSpPr>
            <a:spLocks noGrp="1"/>
          </p:cNvSpPr>
          <p:nvPr>
            <p:ph type="pic" sz="quarter" idx="17"/>
          </p:nvPr>
        </p:nvSpPr>
        <p:spPr>
          <a:xfrm>
            <a:off x="0" y="0"/>
            <a:ext cx="3889251" cy="6858000"/>
          </a:xfrm>
          <a:blipFill>
            <a:blip r:embed="rId2">
              <a:alphaModFix amt="60000"/>
            </a:blip>
            <a:stretch>
              <a:fillRect/>
            </a:stretch>
          </a:blipFill>
        </p:spPr>
        <p:txBody>
          <a:bodyPr/>
          <a:lstStyle/>
          <a:p>
            <a:r>
              <a:rPr lang="en-US"/>
              <a:t>Click icon to add picture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476746" y="6343955"/>
            <a:ext cx="2100482" cy="365125"/>
          </a:xfrm>
        </p:spPr>
        <p:txBody>
          <a:bodyPr>
            <a:noAutofit/>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35138" y="6343955"/>
            <a:ext cx="1458908" cy="365125"/>
          </a:xfrm>
        </p:spPr>
        <p:txBody>
          <a:bodyPr>
            <a:noAutofit/>
          </a:bodyPr>
          <a:lstStyle>
            <a:lvl1pPr>
              <a:defRPr>
                <a:solidFill>
                  <a:schemeClr val="bg1"/>
                </a:solidFill>
                <a:effectLst/>
              </a:defRPr>
            </a:lvl1pPr>
          </a:lstStyle>
          <a:p>
            <a:fld id="{83DFFD80-41C6-4EAA-B049-EE90EA550127}" type="datetime1">
              <a:rPr lang="en-US" smtClean="0"/>
              <a:t>10/12/2026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cxnSp>
        <p:nvCxnSpPr>
          <p:cNvPr id="18" name="Straight Connector 17">
            <a:extLst>
              <a:ext uri="{FF2B5EF4-FFF2-40B4-BE49-F238E27FC236}">
                <a16:creationId xmlns:a16="http://schemas.microsoft.com/office/drawing/2014/main" id="{DD53745E-5DC2-F332-24A5-4F8F509E820B}"/>
              </a:ext>
            </a:extLst>
          </p:cNvPr>
          <p:cNvCxnSpPr/>
          <p:nvPr userDrawn="1"/>
        </p:nvCxnSpPr>
        <p:spPr>
          <a:xfrm>
            <a:off x="4479797" y="4876800"/>
            <a:ext cx="70774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370207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704076" y="685801"/>
            <a:ext cx="4872227" cy="27432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702552" y="5277548"/>
            <a:ext cx="4873752" cy="894639"/>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p>
        </p:txBody>
      </p:sp>
      <p:sp>
        <p:nvSpPr>
          <p:cNvPr id="18" name="Picture Placeholder 17">
            <a:extLst>
              <a:ext uri="{FF2B5EF4-FFF2-40B4-BE49-F238E27FC236}">
                <a16:creationId xmlns:a16="http://schemas.microsoft.com/office/drawing/2014/main" id="{74A0A082-71CB-3C57-3B74-102869C0CAC7}"/>
              </a:ext>
            </a:extLst>
          </p:cNvPr>
          <p:cNvSpPr>
            <a:spLocks noGrp="1"/>
          </p:cNvSpPr>
          <p:nvPr>
            <p:ph type="pic" sz="quarter" idx="13"/>
          </p:nvPr>
        </p:nvSpPr>
        <p:spPr>
          <a:xfrm>
            <a:off x="0" y="0"/>
            <a:ext cx="6096000" cy="6858000"/>
          </a:xfrm>
          <a:blipFill>
            <a:blip r:embed="rId2">
              <a:alphaModFix amt="60000"/>
            </a:blip>
            <a:stretch>
              <a:fillRect/>
            </a:stretch>
          </a:blipFill>
        </p:spPr>
        <p:txBody>
          <a:bodyPr/>
          <a:lstStyle/>
          <a:p>
            <a:r>
              <a:rPr lang="en-US"/>
              <a:t>Click icon to add picture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702552" y="6343955"/>
            <a:ext cx="2100482" cy="365125"/>
          </a:xfrm>
        </p:spPr>
        <p:txBody>
          <a:bodyPr>
            <a:noAutofit/>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18883" y="6343955"/>
            <a:ext cx="1475163" cy="365125"/>
          </a:xfrm>
        </p:spPr>
        <p:txBody>
          <a:bodyPr>
            <a:noAutofit/>
          </a:bodyPr>
          <a:lstStyle>
            <a:lvl1pPr>
              <a:defRPr>
                <a:solidFill>
                  <a:schemeClr val="bg1"/>
                </a:solidFill>
                <a:effectLst/>
              </a:defRPr>
            </a:lvl1pPr>
          </a:lstStyle>
          <a:p>
            <a:fld id="{44210B3C-79E3-495A-B2C3-EF766F409D04}" type="datetime1">
              <a:rPr lang="en-US" smtClean="0"/>
              <a:t>10/12/2026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cxnSp>
        <p:nvCxnSpPr>
          <p:cNvPr id="10" name="Straight Connector 9">
            <a:extLst>
              <a:ext uri="{FF2B5EF4-FFF2-40B4-BE49-F238E27FC236}">
                <a16:creationId xmlns:a16="http://schemas.microsoft.com/office/drawing/2014/main" id="{0D373E34-3B51-EAD4-B8AB-256ACA4B8D8C}"/>
              </a:ext>
            </a:extLst>
          </p:cNvPr>
          <p:cNvCxnSpPr>
            <a:cxnSpLocks/>
          </p:cNvCxnSpPr>
          <p:nvPr userDrawn="1"/>
        </p:nvCxnSpPr>
        <p:spPr>
          <a:xfrm>
            <a:off x="6704076" y="4876800"/>
            <a:ext cx="4873752"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486033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4">
    <p:bg>
      <p:bgPr>
        <a:solidFill>
          <a:schemeClr val="tx2"/>
        </a:solidFill>
        <a:effectLst/>
      </p:bgPr>
    </p:bg>
    <p:spTree>
      <p:nvGrpSpPr>
        <p:cNvPr id="1" name=""/>
        <p:cNvGrpSpPr/>
        <p:nvPr/>
      </p:nvGrpSpPr>
      <p:grpSpPr>
        <a:xfrm>
          <a:off x="0" y="0"/>
          <a:ext cx="0" cy="0"/>
          <a:chOff x="0" y="0"/>
          <a:chExt cx="0" cy="0"/>
        </a:xfrm>
      </p:grpSpPr>
      <p:cxnSp>
        <p:nvCxnSpPr>
          <p:cNvPr id="23" name="Straight Connector 22">
            <a:extLst>
              <a:ext uri="{FF2B5EF4-FFF2-40B4-BE49-F238E27FC236}">
                <a16:creationId xmlns:a16="http://schemas.microsoft.com/office/drawing/2014/main" id="{52BC951B-4746-1854-C399-682CFE142A50}"/>
              </a:ext>
            </a:extLst>
          </p:cNvPr>
          <p:cNvCxnSpPr/>
          <p:nvPr userDrawn="1"/>
        </p:nvCxnSpPr>
        <p:spPr>
          <a:xfrm>
            <a:off x="612646" y="4876800"/>
            <a:ext cx="70774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7" y="685799"/>
            <a:ext cx="7080507" cy="32004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277549"/>
            <a:ext cx="7080507" cy="894646"/>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612646" y="6338703"/>
            <a:ext cx="2070484" cy="365125"/>
          </a:xfrm>
        </p:spPr>
        <p:txBody>
          <a:bodyPr>
            <a:noAutofit/>
          </a:bodyPr>
          <a:lstStyle>
            <a:lvl1pPr>
              <a:defRPr>
                <a:solidFill>
                  <a:schemeClr val="bg1"/>
                </a:solidFill>
              </a:defRPr>
            </a:lvl1pPr>
          </a:lstStyle>
          <a:p>
            <a:r>
              <a:rPr lang="en-US"/>
              <a:t>Sample Footer Text</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5887367" y="6338703"/>
            <a:ext cx="1392578" cy="365125"/>
          </a:xfrm>
        </p:spPr>
        <p:txBody>
          <a:bodyPr>
            <a:noAutofit/>
          </a:bodyPr>
          <a:lstStyle>
            <a:lvl1pPr>
              <a:defRPr>
                <a:solidFill>
                  <a:schemeClr val="bg1"/>
                </a:solidFill>
              </a:defRPr>
            </a:lvl1pPr>
          </a:lstStyle>
          <a:p>
            <a:fld id="{D6235515-DA3D-4D9A-9B02-44E2CBD9110F}" type="datetime1">
              <a:rPr lang="en-US" smtClean="0"/>
              <a:t>10/12/2026</a:t>
            </a:fld>
            <a:endParaRPr lang="en-US"/>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7279945" y="6342301"/>
            <a:ext cx="429207" cy="365125"/>
          </a:xfrm>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26" name="Picture Placeholder 25">
            <a:extLst>
              <a:ext uri="{FF2B5EF4-FFF2-40B4-BE49-F238E27FC236}">
                <a16:creationId xmlns:a16="http://schemas.microsoft.com/office/drawing/2014/main" id="{E193964F-665E-F49A-D553-C01524CDE0CA}"/>
              </a:ext>
            </a:extLst>
          </p:cNvPr>
          <p:cNvSpPr>
            <a:spLocks noGrp="1"/>
          </p:cNvSpPr>
          <p:nvPr>
            <p:ph type="pic" sz="quarter" idx="17"/>
          </p:nvPr>
        </p:nvSpPr>
        <p:spPr>
          <a:xfrm>
            <a:off x="8302749" y="0"/>
            <a:ext cx="3889251" cy="6858000"/>
          </a:xfrm>
          <a:blipFill>
            <a:blip r:embed="rId2">
              <a:alphaModFix amt="60000"/>
            </a:blip>
            <a:stretch>
              <a:fillRect/>
            </a:stretch>
          </a:blipFill>
        </p:spPr>
        <p:txBody>
          <a:bodyPr/>
          <a:lstStyle/>
          <a:p>
            <a:r>
              <a:rPr lang="en-US"/>
              <a:t>Click icon to add picture</a:t>
            </a:r>
          </a:p>
        </p:txBody>
      </p:sp>
    </p:spTree>
    <p:extLst>
      <p:ext uri="{BB962C8B-B14F-4D97-AF65-F5344CB8AC3E}">
        <p14:creationId xmlns:p14="http://schemas.microsoft.com/office/powerpoint/2010/main" val="296361303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D384F42E-A74C-773B-7B96-F942975CEC14}"/>
              </a:ext>
            </a:extLst>
          </p:cNvPr>
          <p:cNvSpPr/>
          <p:nvPr/>
        </p:nvSpPr>
        <p:spPr>
          <a:xfrm>
            <a:off x="11250895" y="5144929"/>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9441727F-19A3-14E1-5EAC-C550CEB6A0D1}"/>
              </a:ext>
            </a:extLst>
          </p:cNvPr>
          <p:cNvSpPr/>
          <p:nvPr/>
        </p:nvSpPr>
        <p:spPr>
          <a:xfrm>
            <a:off x="685800" y="5495424"/>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38F4BC9-7EC1-BB35-827A-12F5DE411031}"/>
              </a:ext>
            </a:extLst>
          </p:cNvPr>
          <p:cNvSpPr/>
          <p:nvPr/>
        </p:nvSpPr>
        <p:spPr>
          <a:xfrm>
            <a:off x="10998565" y="5227361"/>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C4B01422-D65E-4B59-B62B-467B2E896592}"/>
              </a:ext>
            </a:extLst>
          </p:cNvPr>
          <p:cNvSpPr/>
          <p:nvPr/>
        </p:nvSpPr>
        <p:spPr>
          <a:xfrm>
            <a:off x="10976145" y="5227366"/>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1600200"/>
            <a:ext cx="10483927" cy="3492875"/>
          </a:xfrm>
        </p:spPr>
        <p:txBody>
          <a:bodyPr vert="horz" lIns="91440" tIns="45720" rIns="91440" bIns="45720" rtlCol="0" anchor="b">
            <a:noAutofit/>
          </a:bodyPr>
          <a:lstStyle>
            <a:lvl1pPr>
              <a:defRPr lang="en-US" sz="9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931314"/>
            <a:ext cx="10483927" cy="816864"/>
          </a:xfrm>
        </p:spPr>
        <p:txBody>
          <a:bodyPr vert="horz" lIns="91440" tIns="45720" rIns="91440" bIns="45720" rtlCol="0">
            <a:noAutofit/>
          </a:bodyPr>
          <a:lstStyle>
            <a:lvl1pPr marL="0" indent="0">
              <a:buNone/>
              <a:defRPr lang="en-US" sz="180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234111"/>
            <a:ext cx="2805405" cy="365125"/>
          </a:xfrm>
        </p:spPr>
        <p:txBody>
          <a:bodyPr>
            <a:noAutofit/>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234111"/>
            <a:ext cx="2875064" cy="365125"/>
          </a:xfrm>
        </p:spPr>
        <p:txBody>
          <a:bodyPr>
            <a:noAutofit/>
          </a:bodyPr>
          <a:lstStyle/>
          <a:p>
            <a:fld id="{852BD0B2-E7A7-4B81-8BAF-4B92BD6A4310}" type="datetime1">
              <a:rPr lang="en-US" smtClean="0"/>
              <a:t>10/12/2026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234111"/>
            <a:ext cx="429207" cy="365125"/>
          </a:xfrm>
        </p:spPr>
        <p:txBody>
          <a:bodyPr>
            <a:noAutofit/>
          </a:bodyPr>
          <a:lstStyle/>
          <a:p>
            <a:fld id="{AEAA3239-9EA4-4A65-A281-97F994456D9F}" type="slidenum">
              <a:rPr lang="en-US" smtClean="0"/>
              <a:t>‹#›</a:t>
            </a:fld>
            <a:endParaRPr lang="en-US"/>
          </a:p>
        </p:txBody>
      </p:sp>
      <p:pic>
        <p:nvPicPr>
          <p:cNvPr id="13" name="Line">
            <a:extLst>
              <a:ext uri="{FF2B5EF4-FFF2-40B4-BE49-F238E27FC236}">
                <a16:creationId xmlns:a16="http://schemas.microsoft.com/office/drawing/2014/main" id="{92FB147E-E273-E8B6-AD8E-67F305FC224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971802" y="4038600"/>
            <a:ext cx="10923934" cy="745198"/>
          </a:xfrm>
          <a:prstGeom prst="rect">
            <a:avLst/>
          </a:prstGeom>
        </p:spPr>
      </p:pic>
    </p:spTree>
    <p:extLst>
      <p:ext uri="{BB962C8B-B14F-4D97-AF65-F5344CB8AC3E}">
        <p14:creationId xmlns:p14="http://schemas.microsoft.com/office/powerpoint/2010/main" val="69893122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8BBA50F-B667-1177-26B1-7D22AB66A6BE}"/>
              </a:ext>
            </a:extLst>
          </p:cNvPr>
          <p:cNvSpPr/>
          <p:nvPr/>
        </p:nvSpPr>
        <p:spPr>
          <a:xfrm>
            <a:off x="11250895" y="4645152"/>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BCABC7F5-2293-EB7F-52E5-80715C8DB858}"/>
              </a:ext>
            </a:extLst>
          </p:cNvPr>
          <p:cNvSpPr/>
          <p:nvPr/>
        </p:nvSpPr>
        <p:spPr>
          <a:xfrm>
            <a:off x="685800" y="4995647"/>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6A8C943-7CF3-88D6-95B0-95E7B412DE0F}"/>
              </a:ext>
            </a:extLst>
          </p:cNvPr>
          <p:cNvSpPr/>
          <p:nvPr/>
        </p:nvSpPr>
        <p:spPr>
          <a:xfrm>
            <a:off x="10998565" y="4727584"/>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AFB0A8E7-2867-2D3A-F6B7-15ED02236CE8}"/>
              </a:ext>
            </a:extLst>
          </p:cNvPr>
          <p:cNvSpPr/>
          <p:nvPr/>
        </p:nvSpPr>
        <p:spPr>
          <a:xfrm>
            <a:off x="10976145" y="4727589"/>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598" y="5431536"/>
            <a:ext cx="9144001" cy="745198"/>
          </a:xfrm>
        </p:spPr>
        <p:txBody>
          <a:bodyPr vert="horz" lIns="91440" tIns="45720" rIns="91440" bIns="45720" rtlCol="0" anchor="t">
            <a:noAutofit/>
          </a:bodyPr>
          <a:lstStyle>
            <a:lvl1pPr>
              <a:defRPr lang="en-US" dirty="0">
                <a:solidFill>
                  <a:schemeClr val="bg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noAutofit/>
          </a:bodyPr>
          <a:lstStyle>
            <a:lvl1pPr>
              <a:defRPr>
                <a:solidFill>
                  <a:schemeClr val="bg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noAutofit/>
          </a:bodyPr>
          <a:lstStyle>
            <a:lvl1pPr>
              <a:defRPr>
                <a:solidFill>
                  <a:schemeClr val="bg2"/>
                </a:solidFill>
              </a:defRPr>
            </a:lvl1pPr>
          </a:lstStyle>
          <a:p>
            <a:fld id="{A0E657DB-59AB-47CC-B4C7-A245A3C76BB1}" type="datetime1">
              <a:rPr lang="en-US" smtClean="0"/>
              <a:t>10/12/2026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2"/>
                </a:solidFill>
              </a:defRPr>
            </a:lvl1pPr>
          </a:lstStyle>
          <a:p>
            <a:fld id="{AEAA3239-9EA4-4A65-A281-97F994456D9F}" type="slidenum">
              <a:rPr lang="en-US" smtClean="0"/>
              <a:pPr/>
              <a:t>‹#›</a:t>
            </a:fld>
            <a:endParaRPr lang="en-US"/>
          </a:p>
        </p:txBody>
      </p:sp>
      <p:sp>
        <p:nvSpPr>
          <p:cNvPr id="7" name="Title 6">
            <a:extLst>
              <a:ext uri="{FF2B5EF4-FFF2-40B4-BE49-F238E27FC236}">
                <a16:creationId xmlns:a16="http://schemas.microsoft.com/office/drawing/2014/main" id="{B53A7BE5-EAB2-BB8C-D7FC-D78B8A5AFACF}"/>
              </a:ext>
            </a:extLst>
          </p:cNvPr>
          <p:cNvSpPr>
            <a:spLocks noGrp="1"/>
          </p:cNvSpPr>
          <p:nvPr>
            <p:ph type="title"/>
          </p:nvPr>
        </p:nvSpPr>
        <p:spPr>
          <a:xfrm>
            <a:off x="612648" y="685798"/>
            <a:ext cx="10058400" cy="3355848"/>
          </a:xfrm>
        </p:spPr>
        <p:txBody>
          <a:bodyPr vert="horz" lIns="91440" tIns="45720" rIns="91440" bIns="45720" rtlCol="0" anchor="t">
            <a:noAutofit/>
          </a:bodyPr>
          <a:lstStyle>
            <a:lvl1pPr>
              <a:defRPr lang="en-US" sz="9000">
                <a:solidFill>
                  <a:schemeClr val="bg2"/>
                </a:solidFill>
              </a:defRPr>
            </a:lvl1pPr>
          </a:lstStyle>
          <a:p>
            <a:pPr lvl="0"/>
            <a:r>
              <a:rPr lang="en-US"/>
              <a:t>Click to edit Master title style</a:t>
            </a:r>
          </a:p>
        </p:txBody>
      </p:sp>
    </p:spTree>
    <p:extLst>
      <p:ext uri="{BB962C8B-B14F-4D97-AF65-F5344CB8AC3E}">
        <p14:creationId xmlns:p14="http://schemas.microsoft.com/office/powerpoint/2010/main" val="248939343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bg2"/>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6AC1F45-7001-8B9F-DFF6-7AB9BDFFEEB2}"/>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54C7D192-E835-0A48-0A40-F45D83E2583F}"/>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EFB376E1-8198-EB00-587E-C647BCF364D4}"/>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1F94599F-6DE1-A082-E9E1-D732956078AB}"/>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09600" y="990600"/>
            <a:ext cx="10058400" cy="5029200"/>
          </a:xfrm>
        </p:spPr>
        <p:txBody>
          <a:bodyPr vert="horz" lIns="91440" tIns="45720" rIns="91440" bIns="45720" rtlCol="0" anchor="b">
            <a:noAutofit/>
          </a:bodyPr>
          <a:lstStyle>
            <a:lvl1pPr>
              <a:defRPr lang="en-US" sz="11000" dirty="0"/>
            </a:lvl1pPr>
          </a:lstStyle>
          <a:p>
            <a:pPr lvl="0"/>
            <a:r>
              <a:rPr lang="en-US"/>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noAutofit/>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noAutofit/>
          </a:bodyPr>
          <a:lstStyle/>
          <a:p>
            <a:fld id="{1415DC98-F527-4737-A5B9-3597210FA2F7}" type="datetime1">
              <a:rPr lang="en-US" smtClean="0"/>
              <a:t>10/12/2026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70464960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bg>
      <p:bgPr>
        <a:solidFill>
          <a:schemeClr val="accent4"/>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661C10CD-8205-284F-2921-9485E7A98F0D}"/>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bg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775DFD7E-DC78-4573-96D7-845D38E0273E}"/>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bg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AFCC10B5-4890-B43F-DE24-5200F4E75EEB}"/>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bg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2D5586E6-D520-6A63-5060-BF06C136BEF5}"/>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bg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09600" y="990600"/>
            <a:ext cx="10058400" cy="5029200"/>
          </a:xfrm>
        </p:spPr>
        <p:txBody>
          <a:bodyPr vert="horz" lIns="91440" tIns="45720" rIns="91440" bIns="45720" rtlCol="0" anchor="b">
            <a:noAutofit/>
          </a:bodyPr>
          <a:lstStyle>
            <a:lvl1pPr>
              <a:defRPr lang="en-US" sz="11000" dirty="0">
                <a:solidFill>
                  <a:schemeClr val="bg2"/>
                </a:solidFill>
              </a:defRPr>
            </a:lvl1pPr>
          </a:lstStyle>
          <a:p>
            <a:pPr lvl="0"/>
            <a:r>
              <a:rPr lang="en-US"/>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noAutofit/>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noAutofit/>
          </a:bodyPr>
          <a:lstStyle>
            <a:lvl1pPr>
              <a:defRPr>
                <a:solidFill>
                  <a:schemeClr val="bg1"/>
                </a:solidFill>
              </a:defRPr>
            </a:lvl1pPr>
          </a:lstStyle>
          <a:p>
            <a:fld id="{B2188889-44B4-42BD-84DC-2D1A93FD44C7}" type="datetime1">
              <a:rPr lang="en-US" smtClean="0"/>
              <a:t>10/12/2026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noAutofit/>
          </a:bodyPr>
          <a:lstStyle>
            <a:lvl1pPr>
              <a:defRPr>
                <a:solidFill>
                  <a:schemeClr val="bg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41489953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DFADE904-3C65-5E48-6B12-22998C2ADF5E}"/>
              </a:ext>
            </a:extLst>
          </p:cNvPr>
          <p:cNvSpPr/>
          <p:nvPr/>
        </p:nvSpPr>
        <p:spPr>
          <a:xfrm>
            <a:off x="11250895" y="2172321"/>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16963C8-87F3-6B42-F30F-1915935FA752}"/>
              </a:ext>
            </a:extLst>
          </p:cNvPr>
          <p:cNvSpPr/>
          <p:nvPr/>
        </p:nvSpPr>
        <p:spPr>
          <a:xfrm>
            <a:off x="685800" y="2522816"/>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4F0C119A-1D9E-D43F-8A7E-D24C1B551326}"/>
              </a:ext>
            </a:extLst>
          </p:cNvPr>
          <p:cNvSpPr/>
          <p:nvPr/>
        </p:nvSpPr>
        <p:spPr>
          <a:xfrm>
            <a:off x="10998565" y="2254753"/>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12018CE4-7594-0746-8B7E-8DEC95CB8822}"/>
              </a:ext>
            </a:extLst>
          </p:cNvPr>
          <p:cNvSpPr/>
          <p:nvPr/>
        </p:nvSpPr>
        <p:spPr>
          <a:xfrm>
            <a:off x="10976145" y="2254758"/>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12185" y="685800"/>
            <a:ext cx="9141415" cy="1532788"/>
          </a:xfrm>
        </p:spPr>
        <p:txBody>
          <a:bodyPr anchor="b">
            <a:noAutofit/>
          </a:bodyPr>
          <a:lstStyle>
            <a:lvl1pPr>
              <a:defRPr sz="7200"/>
            </a:lvl1pPr>
          </a:lstStyle>
          <a:p>
            <a:r>
              <a:rPr lang="en-US"/>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185" y="2958705"/>
            <a:ext cx="9141415" cy="3213494"/>
          </a:xfrm>
        </p:spPr>
        <p:txBody>
          <a:bodyPr anchor="t">
            <a:noAutofit/>
          </a:bodyPr>
          <a:lstStyle>
            <a:lvl1pPr marL="0" indent="0">
              <a:lnSpc>
                <a:spcPct val="150000"/>
              </a:lnSpc>
              <a:buFont typeface="+mj-lt"/>
              <a:buNone/>
              <a:defRPr sz="1800"/>
            </a:lvl1pPr>
            <a:lvl2pPr marL="228600" indent="0">
              <a:lnSpc>
                <a:spcPct val="150000"/>
              </a:lnSpc>
              <a:buFont typeface="+mj-lt"/>
              <a:buNone/>
              <a:defRPr sz="1800"/>
            </a:lvl2pPr>
            <a:lvl3pPr marL="457200" indent="0">
              <a:lnSpc>
                <a:spcPct val="150000"/>
              </a:lnSpc>
              <a:buFont typeface="+mj-lt"/>
              <a:buNone/>
              <a:defRPr sz="1800"/>
            </a:lvl3pPr>
            <a:lvl4pPr marL="685800" indent="0">
              <a:lnSpc>
                <a:spcPct val="150000"/>
              </a:lnSpc>
              <a:buFont typeface="+mj-lt"/>
              <a:buNone/>
              <a:defRPr sz="1800"/>
            </a:lvl4pPr>
            <a:lvl5pPr marL="914400" indent="0">
              <a:lnSpc>
                <a:spcPct val="150000"/>
              </a:lnSpc>
              <a:buFont typeface="+mj-lt"/>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noAutofit/>
          </a:bodyPr>
          <a:lstStyle/>
          <a:p>
            <a:fld id="{96A40708-E793-490B-9201-425C8D1F325C}" type="datetime1">
              <a:rPr lang="en-US" smtClean="0"/>
              <a:t>10/12/2026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684324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095999" y="685800"/>
            <a:ext cx="5480304" cy="1818050"/>
          </a:xfrm>
        </p:spPr>
        <p:txBody>
          <a:bodyPr anchor="t">
            <a:noAutofit/>
          </a:bodyPr>
          <a:lstStyle>
            <a:lvl1pPr>
              <a:defRPr sz="9000"/>
            </a:lvl1pPr>
          </a:lstStyle>
          <a:p>
            <a:r>
              <a:rPr lang="en-US"/>
              <a:t>Agenda</a:t>
            </a:r>
          </a:p>
        </p:txBody>
      </p:sp>
      <p:sp>
        <p:nvSpPr>
          <p:cNvPr id="11" name="Picture Placeholder 10">
            <a:extLst>
              <a:ext uri="{FF2B5EF4-FFF2-40B4-BE49-F238E27FC236}">
                <a16:creationId xmlns:a16="http://schemas.microsoft.com/office/drawing/2014/main" id="{FAF861DB-D5EF-3FC9-7595-570C8498D757}"/>
              </a:ext>
            </a:extLst>
          </p:cNvPr>
          <p:cNvSpPr>
            <a:spLocks noGrp="1"/>
          </p:cNvSpPr>
          <p:nvPr>
            <p:ph type="pic" sz="quarter" idx="14"/>
          </p:nvPr>
        </p:nvSpPr>
        <p:spPr>
          <a:xfrm>
            <a:off x="0" y="0"/>
            <a:ext cx="5477256" cy="6858000"/>
          </a:xfrm>
          <a:blipFill>
            <a:blip r:embed="rId2">
              <a:alphaModFix amt="60000"/>
            </a:blip>
            <a:stretch>
              <a:fillRect/>
            </a:stretch>
          </a:blipFill>
        </p:spPr>
        <p:txBody>
          <a:bodyPr/>
          <a:lstStyle/>
          <a:p>
            <a:r>
              <a:rPr lang="en-US"/>
              <a:t>Click icon to add picture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096000" y="3189770"/>
            <a:ext cx="5480304" cy="2982429"/>
          </a:xfrm>
        </p:spPr>
        <p:txBody>
          <a:bodyPr anchor="t">
            <a:noAutofit/>
          </a:bodyPr>
          <a:lstStyle>
            <a:lvl1pPr marL="0" indent="0">
              <a:lnSpc>
                <a:spcPct val="150000"/>
              </a:lnSpc>
              <a:buFont typeface="+mj-lt"/>
              <a:buNone/>
              <a:defRPr sz="1800"/>
            </a:lvl1pPr>
            <a:lvl2pPr marL="228600" indent="0">
              <a:lnSpc>
                <a:spcPct val="150000"/>
              </a:lnSpc>
              <a:buFont typeface="+mj-lt"/>
              <a:buNone/>
              <a:defRPr sz="1800"/>
            </a:lvl2pPr>
            <a:lvl3pPr marL="457200" indent="0">
              <a:lnSpc>
                <a:spcPct val="150000"/>
              </a:lnSpc>
              <a:buFont typeface="+mj-lt"/>
              <a:buNone/>
              <a:defRPr sz="1800"/>
            </a:lvl3pPr>
            <a:lvl4pPr marL="685800" indent="0">
              <a:lnSpc>
                <a:spcPct val="150000"/>
              </a:lnSpc>
              <a:buFont typeface="+mj-lt"/>
              <a:buNone/>
              <a:defRPr sz="1800"/>
            </a:lvl4pPr>
            <a:lvl5pPr>
              <a:lnSpc>
                <a:spcPct val="150000"/>
              </a:lnSpc>
              <a:buFont typeface="+mj-lt"/>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6" name="Straight Connector 15">
            <a:extLst>
              <a:ext uri="{FF2B5EF4-FFF2-40B4-BE49-F238E27FC236}">
                <a16:creationId xmlns:a16="http://schemas.microsoft.com/office/drawing/2014/main" id="{79C1A172-F829-D2DE-BDB2-B86E6ACE1886}"/>
              </a:ext>
            </a:extLst>
          </p:cNvPr>
          <p:cNvCxnSpPr>
            <a:cxnSpLocks/>
          </p:cNvCxnSpPr>
          <p:nvPr userDrawn="1"/>
        </p:nvCxnSpPr>
        <p:spPr>
          <a:xfrm>
            <a:off x="6095999" y="2743200"/>
            <a:ext cx="54772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6096000" y="6343955"/>
            <a:ext cx="2985400" cy="365125"/>
          </a:xfrm>
        </p:spPr>
        <p:txBody>
          <a:bodyPr>
            <a:noAutofit/>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535886" y="6343955"/>
            <a:ext cx="1553108" cy="365125"/>
          </a:xfrm>
        </p:spPr>
        <p:txBody>
          <a:bodyPr>
            <a:noAutofit/>
          </a:bodyPr>
          <a:lstStyle/>
          <a:p>
            <a:fld id="{C1968991-530B-4F8D-80FE-2192BD2DD5A5}" type="datetime1">
              <a:rPr lang="en-US" smtClean="0"/>
              <a:t>10/12/2026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3870176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824824"/>
            <a:ext cx="6397753" cy="1527976"/>
          </a:xfrm>
        </p:spPr>
        <p:txBody>
          <a:bodyPr vert="horz" lIns="91440" tIns="45720" rIns="91440" bIns="45720" rtlCol="0" anchor="b">
            <a:no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12647" y="3505200"/>
            <a:ext cx="4568953" cy="1645198"/>
          </a:xfrm>
        </p:spPr>
        <p:txBody>
          <a:bodyPr vert="horz" lIns="91440" tIns="45720" rIns="91440" bIns="45720" rtlCol="0">
            <a:noAutofit/>
          </a:bodyPr>
          <a:lstStyle>
            <a:lvl1pPr>
              <a:defRPr lang="en-US" sz="1400" dirty="0"/>
            </a:lvl1pPr>
            <a:lvl2pPr>
              <a:defRPr lang="en-US" sz="1400"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C23477E6-5CE8-4544-92C7-AEB7D166FD7D}" type="datetime1">
              <a:rPr lang="en-US" smtClean="0"/>
              <a:t>10/12/2026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
        <p:nvSpPr>
          <p:cNvPr id="9" name="Freeform: Shape 8">
            <a:extLst>
              <a:ext uri="{FF2B5EF4-FFF2-40B4-BE49-F238E27FC236}">
                <a16:creationId xmlns:a16="http://schemas.microsoft.com/office/drawing/2014/main" id="{889251BE-373D-9B13-B9E2-73DFEBE40118}"/>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0698E032-CDEE-AA9B-44A7-CE5EBB6948C0}"/>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CC778913-9F6C-8FDD-B123-16048004EC56}"/>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6283179-133D-0E64-C08A-4D59C8B2F9DB}"/>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Tree>
    <p:extLst>
      <p:ext uri="{BB962C8B-B14F-4D97-AF65-F5344CB8AC3E}">
        <p14:creationId xmlns:p14="http://schemas.microsoft.com/office/powerpoint/2010/main" val="15605455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685800"/>
            <a:ext cx="3654553" cy="3657600"/>
          </a:xfrm>
        </p:spPr>
        <p:txBody>
          <a:bodyPr anchor="t">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181601" y="685800"/>
            <a:ext cx="4572000" cy="36576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63EB29E-E91D-4BC9-BE3F-394F6FDC9AC7}" type="datetime1">
              <a:rPr lang="en-US" smtClean="0"/>
              <a:t>10/12/2026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9" name="Freeform: Shape 8">
            <a:extLst>
              <a:ext uri="{FF2B5EF4-FFF2-40B4-BE49-F238E27FC236}">
                <a16:creationId xmlns:a16="http://schemas.microsoft.com/office/drawing/2014/main" id="{C662DADE-FB83-6BD4-1D72-E22F0783A67E}"/>
              </a:ext>
            </a:extLst>
          </p:cNvPr>
          <p:cNvSpPr/>
          <p:nvPr/>
        </p:nvSpPr>
        <p:spPr>
          <a:xfrm>
            <a:off x="11254003"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A7CD6A0-64A5-5058-DFD2-8DD1FAF7BEEB}"/>
              </a:ext>
            </a:extLst>
          </p:cNvPr>
          <p:cNvSpPr/>
          <p:nvPr/>
        </p:nvSpPr>
        <p:spPr>
          <a:xfrm>
            <a:off x="10866791"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E8E4321-3109-17F5-C530-4108033F07F5}"/>
              </a:ext>
            </a:extLst>
          </p:cNvPr>
          <p:cNvSpPr/>
          <p:nvPr/>
        </p:nvSpPr>
        <p:spPr>
          <a:xfrm>
            <a:off x="11003886"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0AAD0450-E765-A0E1-7C56-37246411FDD0}"/>
              </a:ext>
            </a:extLst>
          </p:cNvPr>
          <p:cNvSpPr/>
          <p:nvPr/>
        </p:nvSpPr>
        <p:spPr>
          <a:xfrm>
            <a:off x="10981626"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Tree>
    <p:extLst>
      <p:ext uri="{BB962C8B-B14F-4D97-AF65-F5344CB8AC3E}">
        <p14:creationId xmlns:p14="http://schemas.microsoft.com/office/powerpoint/2010/main" val="31704037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405E2B5C-398A-3F2F-4BCC-FFF94D44632F}"/>
              </a:ext>
            </a:extLst>
          </p:cNvPr>
          <p:cNvSpPr/>
          <p:nvPr/>
        </p:nvSpPr>
        <p:spPr>
          <a:xfrm>
            <a:off x="11250895" y="5407944"/>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E2897460-3A7D-EC5C-76B9-2725193E10AF}"/>
              </a:ext>
            </a:extLst>
          </p:cNvPr>
          <p:cNvSpPr/>
          <p:nvPr/>
        </p:nvSpPr>
        <p:spPr>
          <a:xfrm>
            <a:off x="685800" y="5758439"/>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7742E741-698E-A2B8-7BD5-9DE89C610C2F}"/>
              </a:ext>
            </a:extLst>
          </p:cNvPr>
          <p:cNvSpPr/>
          <p:nvPr/>
        </p:nvSpPr>
        <p:spPr>
          <a:xfrm>
            <a:off x="10998565" y="5490376"/>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A04551B-2E70-1734-DA15-F26ABEC9D9D0}"/>
              </a:ext>
            </a:extLst>
          </p:cNvPr>
          <p:cNvSpPr/>
          <p:nvPr/>
        </p:nvSpPr>
        <p:spPr>
          <a:xfrm>
            <a:off x="10976145" y="5490381"/>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685800"/>
            <a:ext cx="3654553" cy="4083580"/>
          </a:xfrm>
        </p:spPr>
        <p:txBody>
          <a:bodyPr anchor="t">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81600" y="685800"/>
            <a:ext cx="6045390" cy="4083579"/>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6BAD7DA-2107-4637-8C8D-3B775970879B}" type="datetime1">
              <a:rPr lang="en-US" smtClean="0"/>
              <a:t>10/12/2026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3804667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5">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C85B71F7-9EDC-DB6C-D713-7ACE3A2EADC0}"/>
              </a:ext>
            </a:extLst>
          </p:cNvPr>
          <p:cNvSpPr/>
          <p:nvPr/>
        </p:nvSpPr>
        <p:spPr>
          <a:xfrm>
            <a:off x="968457"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5842DDA-AD76-0064-2B85-CB145F4CE540}"/>
              </a:ext>
            </a:extLst>
          </p:cNvPr>
          <p:cNvSpPr/>
          <p:nvPr/>
        </p:nvSpPr>
        <p:spPr>
          <a:xfrm>
            <a:off x="581245"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5E58AC6-620E-20FA-E8F5-375DA2977A43}"/>
              </a:ext>
            </a:extLst>
          </p:cNvPr>
          <p:cNvSpPr/>
          <p:nvPr/>
        </p:nvSpPr>
        <p:spPr>
          <a:xfrm>
            <a:off x="718340"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EA14E2E-5098-2800-A72C-138A5840365C}"/>
              </a:ext>
            </a:extLst>
          </p:cNvPr>
          <p:cNvSpPr/>
          <p:nvPr/>
        </p:nvSpPr>
        <p:spPr>
          <a:xfrm>
            <a:off x="696080"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685800"/>
            <a:ext cx="3652523" cy="4102460"/>
          </a:xfrm>
        </p:spPr>
        <p:txBody>
          <a:bodyPr anchor="t">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181600" y="685800"/>
            <a:ext cx="6394703" cy="545500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659F5542-E2F9-4DC1-8AB7-8E5D8714BD21}" type="datetime1">
              <a:rPr lang="en-US" smtClean="0"/>
              <a:t>10/12/2026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562417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94DE839-4377-D8CF-B2A4-D0C3E0F49821}"/>
              </a:ext>
            </a:extLst>
          </p:cNvPr>
          <p:cNvSpPr/>
          <p:nvPr/>
        </p:nvSpPr>
        <p:spPr>
          <a:xfrm>
            <a:off x="968457"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A5E5478-C025-8AD6-B7FE-E95C356E887C}"/>
              </a:ext>
            </a:extLst>
          </p:cNvPr>
          <p:cNvSpPr/>
          <p:nvPr/>
        </p:nvSpPr>
        <p:spPr>
          <a:xfrm>
            <a:off x="581245"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F0EF54C8-1B9C-18F9-4647-D96F1A37BC05}"/>
              </a:ext>
            </a:extLst>
          </p:cNvPr>
          <p:cNvSpPr/>
          <p:nvPr/>
        </p:nvSpPr>
        <p:spPr>
          <a:xfrm>
            <a:off x="718340"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3C1B42D9-101B-9822-0BAF-F80E962BB4CD}"/>
              </a:ext>
            </a:extLst>
          </p:cNvPr>
          <p:cNvSpPr/>
          <p:nvPr/>
        </p:nvSpPr>
        <p:spPr>
          <a:xfrm>
            <a:off x="696080"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685800"/>
            <a:ext cx="3654554" cy="4550251"/>
          </a:xfrm>
        </p:spPr>
        <p:txBody>
          <a:bodyPr anchor="t">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181600" y="685800"/>
            <a:ext cx="6394703" cy="5464016"/>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4597AFA7-1C4B-4AAF-9FD8-61D1DA4C999A}" type="datetime1">
              <a:rPr lang="en-US" smtClean="0"/>
              <a:t>10/12/2026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5831670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p:bg>
      <p:bgPr>
        <a:solidFill>
          <a:schemeClr val="bg2"/>
        </a:solidFill>
        <a:effectLst/>
      </p:bgPr>
    </p:bg>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9AC2E340-F7F3-5093-0E0A-41015057E720}"/>
              </a:ext>
            </a:extLst>
          </p:cNvPr>
          <p:cNvCxnSpPr/>
          <p:nvPr userDrawn="1"/>
        </p:nvCxnSpPr>
        <p:spPr>
          <a:xfrm>
            <a:off x="5191026" y="2362200"/>
            <a:ext cx="63916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91026" y="685807"/>
            <a:ext cx="6391374" cy="1372001"/>
          </a:xfrm>
        </p:spPr>
        <p:txBody>
          <a:bodyPr anchor="b">
            <a:noAutofit/>
          </a:bodyPr>
          <a:lstStyle>
            <a:lvl1pPr>
              <a:defRPr>
                <a:solidFill>
                  <a:schemeClr val="tx2"/>
                </a:solidFill>
              </a:defRPr>
            </a:lvl1pPr>
          </a:lstStyle>
          <a:p>
            <a:r>
              <a:rPr lang="en-US"/>
              <a:t>Click to edit Master title style</a:t>
            </a:r>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0"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80729" y="2743204"/>
            <a:ext cx="6395573" cy="3428989"/>
          </a:xfrm>
        </p:spPr>
        <p:txBody>
          <a:bodyPr>
            <a:noAutofit/>
          </a:bodyPr>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91026" y="6343825"/>
            <a:ext cx="3364903" cy="365125"/>
          </a:xfrm>
        </p:spPr>
        <p:txBody>
          <a:bodyPr>
            <a:noAutofit/>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p:spPr>
        <p:txBody>
          <a:bodyPr>
            <a:noAutofit/>
          </a:bodyPr>
          <a:lstStyle>
            <a:lvl1pPr>
              <a:defRPr>
                <a:solidFill>
                  <a:schemeClr val="tx1"/>
                </a:solidFill>
              </a:defRPr>
            </a:lvl1pPr>
          </a:lstStyle>
          <a:p>
            <a:fld id="{EF5F7DF4-8BE0-4832-9230-78DDDEC4B6DD}" type="datetime1">
              <a:rPr lang="en-US" smtClean="0"/>
              <a:t>10/12/2026</a:t>
            </a:fld>
            <a:endParaRPr lang="en-US"/>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p:spPr>
        <p:txBody>
          <a:bodyPr>
            <a:noAutofit/>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5608936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8881EABF-B6BB-1FBF-962C-A6A6C8C2418A}"/>
              </a:ext>
            </a:extLst>
          </p:cNvPr>
          <p:cNvCxnSpPr/>
          <p:nvPr userDrawn="1"/>
        </p:nvCxnSpPr>
        <p:spPr>
          <a:xfrm>
            <a:off x="612647" y="2359152"/>
            <a:ext cx="6336792"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4"/>
            <a:ext cx="6391374" cy="1371996"/>
          </a:xfrm>
        </p:spPr>
        <p:txBody>
          <a:bodyPr anchor="b">
            <a:noAutofit/>
          </a:body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3" y="2742645"/>
            <a:ext cx="6391247" cy="3429551"/>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612774" y="6346865"/>
            <a:ext cx="2805405" cy="365125"/>
          </a:xfrm>
        </p:spPr>
        <p:txBody>
          <a:bodyPr>
            <a:noAutofit/>
          </a:bodyPr>
          <a:lstStyle/>
          <a:p>
            <a:r>
              <a:rPr lang="en-US"/>
              <a:t>Sample Footer Text</a:t>
            </a:r>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4886895" y="6346865"/>
            <a:ext cx="1607270" cy="365125"/>
          </a:xfrm>
        </p:spPr>
        <p:txBody>
          <a:bodyPr>
            <a:noAutofit/>
          </a:bodyPr>
          <a:lstStyle/>
          <a:p>
            <a:fld id="{DD3D21CC-B9C8-49F6-ADE7-6BF4A546A74E}" type="datetime1">
              <a:rPr lang="en-US" smtClean="0"/>
              <a:t>10/12/2026</a:t>
            </a:fld>
            <a:endParaRPr lang="en-US"/>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530932" y="6346865"/>
            <a:ext cx="429207" cy="365125"/>
          </a:xfrm>
        </p:spPr>
        <p:txBody>
          <a:bodyPr>
            <a:noAutofit/>
          </a:bodyPr>
          <a:lstStyle/>
          <a:p>
            <a:fld id="{AEAA3239-9EA4-4A65-A281-97F994456D9F}" type="slidenum">
              <a:rPr lang="en-US" smtClean="0"/>
              <a:t>‹#›</a:t>
            </a:fld>
            <a:endParaRPr lang="en-US"/>
          </a:p>
        </p:txBody>
      </p:sp>
      <p:sp>
        <p:nvSpPr>
          <p:cNvPr id="4" name="Picture Placeholder 13">
            <a:extLst>
              <a:ext uri="{FF2B5EF4-FFF2-40B4-BE49-F238E27FC236}">
                <a16:creationId xmlns:a16="http://schemas.microsoft.com/office/drawing/2014/main" id="{35EC8126-6431-465A-8AC3-0118DD8825B5}"/>
              </a:ext>
            </a:extLst>
          </p:cNvPr>
          <p:cNvSpPr>
            <a:spLocks noGrp="1"/>
          </p:cNvSpPr>
          <p:nvPr>
            <p:ph type="pic" sz="quarter" idx="13" hasCustomPrompt="1"/>
          </p:nvPr>
        </p:nvSpPr>
        <p:spPr>
          <a:xfrm>
            <a:off x="7631546"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a:t>.</a:t>
            </a:r>
          </a:p>
        </p:txBody>
      </p:sp>
    </p:spTree>
    <p:extLst>
      <p:ext uri="{BB962C8B-B14F-4D97-AF65-F5344CB8AC3E}">
        <p14:creationId xmlns:p14="http://schemas.microsoft.com/office/powerpoint/2010/main" val="34985427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18303" y="685800"/>
            <a:ext cx="6858000" cy="1111532"/>
          </a:xfrm>
        </p:spPr>
        <p:txBody>
          <a:bodyPr anchor="b">
            <a:noAutofit/>
          </a:bodyPr>
          <a:lstStyle/>
          <a:p>
            <a:r>
              <a:rPr lang="en-US"/>
              <a:t>Click to edit Master title style</a:t>
            </a:r>
          </a:p>
        </p:txBody>
      </p:sp>
      <p:sp>
        <p:nvSpPr>
          <p:cNvPr id="5" name="Picture Placeholder 10">
            <a:extLst>
              <a:ext uri="{FF2B5EF4-FFF2-40B4-BE49-F238E27FC236}">
                <a16:creationId xmlns:a16="http://schemas.microsoft.com/office/drawing/2014/main" id="{D2B02E8B-EB97-8158-B585-0E0E95CF40CC}"/>
              </a:ext>
            </a:extLst>
          </p:cNvPr>
          <p:cNvSpPr>
            <a:spLocks noGrp="1"/>
          </p:cNvSpPr>
          <p:nvPr>
            <p:ph type="pic" sz="quarter" idx="13" hasCustomPrompt="1"/>
          </p:nvPr>
        </p:nvSpPr>
        <p:spPr>
          <a:xfrm>
            <a:off x="0" y="0"/>
            <a:ext cx="4100267" cy="6858000"/>
          </a:xfrm>
          <a:blipFill>
            <a:blip r:embed="rId2">
              <a:alphaModFix amt="60000"/>
            </a:blip>
            <a:stretch>
              <a:fillRect/>
            </a:stretch>
          </a:blipFill>
        </p:spPr>
        <p:txBody>
          <a:bodyPr/>
          <a:lstStyle>
            <a:lvl1pPr marL="0" indent="0">
              <a:buNone/>
              <a:defRPr/>
            </a:lvl1pPr>
          </a:lstStyle>
          <a:p>
            <a:r>
              <a:rPr lang="en-US"/>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18303" y="1965960"/>
            <a:ext cx="6858000" cy="420019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724397" y="6343954"/>
            <a:ext cx="3422906" cy="365125"/>
          </a:xfrm>
        </p:spPr>
        <p:txBody>
          <a:bodyPr>
            <a:noAutofit/>
          </a:bodyPr>
          <a:lstStyle/>
          <a:p>
            <a:r>
              <a:rPr lang="en-US"/>
              <a:t>Sample Footer Text</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p:spPr>
        <p:txBody>
          <a:bodyPr>
            <a:noAutofit/>
          </a:bodyPr>
          <a:lstStyle/>
          <a:p>
            <a:fld id="{40723AE1-14A9-42B1-9F02-B524DA830762}" type="datetime1">
              <a:rPr lang="en-US" smtClean="0"/>
              <a:t>10/12/2026</a:t>
            </a:fld>
            <a:endParaRPr lang="en-US"/>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626216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6858000" cy="1111532"/>
          </a:xfrm>
        </p:spPr>
        <p:txBody>
          <a:bodyPr anchor="b">
            <a:noAutofit/>
          </a:body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65960"/>
            <a:ext cx="6858000" cy="420019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p:spPr>
        <p:txBody>
          <a:bodyPr>
            <a:noAutofit/>
          </a:bodyPr>
          <a:lstStyle/>
          <a:p>
            <a:r>
              <a:rPr lang="en-US"/>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p:spPr>
        <p:txBody>
          <a:bodyPr>
            <a:noAutofit/>
          </a:bodyPr>
          <a:lstStyle/>
          <a:p>
            <a:fld id="{C1166B1E-1AFA-4A7F-9646-409FBAA0A887}" type="datetime1">
              <a:rPr lang="en-US" smtClean="0"/>
              <a:t>10/12/2026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p:spPr>
        <p:txBody>
          <a:bodyPr>
            <a:noAutofit/>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60000"/>
            </a:blip>
            <a:stretch>
              <a:fillRect/>
            </a:stretch>
          </a:blipFill>
        </p:spPr>
        <p:txBody>
          <a:bodyPr/>
          <a:lstStyle>
            <a:lvl1pPr marL="0" indent="0">
              <a:buNone/>
              <a:defRPr/>
            </a:lvl1pPr>
          </a:lstStyle>
          <a:p>
            <a:r>
              <a:rPr lang="en-US"/>
              <a:t>.</a:t>
            </a:r>
          </a:p>
        </p:txBody>
      </p:sp>
    </p:spTree>
    <p:extLst>
      <p:ext uri="{BB962C8B-B14F-4D97-AF65-F5344CB8AC3E}">
        <p14:creationId xmlns:p14="http://schemas.microsoft.com/office/powerpoint/2010/main" val="223622368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10400" y="685800"/>
            <a:ext cx="4561665" cy="1371264"/>
          </a:xfrm>
        </p:spPr>
        <p:txBody>
          <a:bodyPr anchor="b">
            <a:noAutofit/>
          </a:bodyPr>
          <a:lstStyle>
            <a:lvl1pPr>
              <a:defRPr sz="5400"/>
            </a:lvl1pPr>
          </a:lstStyle>
          <a:p>
            <a:r>
              <a:rPr lang="en-US"/>
              <a:t>Click to edit Master title style</a:t>
            </a:r>
          </a:p>
        </p:txBody>
      </p:sp>
      <p:sp>
        <p:nvSpPr>
          <p:cNvPr id="12" name="Picture Placeholder 11">
            <a:extLst>
              <a:ext uri="{FF2B5EF4-FFF2-40B4-BE49-F238E27FC236}">
                <a16:creationId xmlns:a16="http://schemas.microsoft.com/office/drawing/2014/main" id="{EEEFBBBB-A526-5A93-34B8-A377087586AE}"/>
              </a:ext>
            </a:extLst>
          </p:cNvPr>
          <p:cNvSpPr>
            <a:spLocks noGrp="1"/>
          </p:cNvSpPr>
          <p:nvPr>
            <p:ph type="pic" sz="quarter" idx="15"/>
          </p:nvPr>
        </p:nvSpPr>
        <p:spPr>
          <a:xfrm>
            <a:off x="1" y="0"/>
            <a:ext cx="6390464" cy="6858000"/>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020736" y="2286000"/>
            <a:ext cx="4561665" cy="38862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020736" y="6343955"/>
            <a:ext cx="2105099" cy="365125"/>
          </a:xfrm>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p:spPr>
        <p:txBody>
          <a:bodyPr>
            <a:noAutofit/>
          </a:bodyPr>
          <a:lstStyle>
            <a:lvl1pPr>
              <a:defRPr>
                <a:solidFill>
                  <a:schemeClr val="tx1"/>
                </a:solidFill>
                <a:effectLst/>
              </a:defRPr>
            </a:lvl1pPr>
          </a:lstStyle>
          <a:p>
            <a:fld id="{F2240801-1142-4411-9AA3-00BC0B3F40DA}" type="datetime1">
              <a:rPr lang="en-US" smtClean="0"/>
              <a:t>10/12/2026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0466992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4572002" cy="1371264"/>
          </a:xfrm>
        </p:spPr>
        <p:txBody>
          <a:bodyPr anchor="b">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09599" y="2286000"/>
            <a:ext cx="4561666" cy="38862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5">
            <a:extLst>
              <a:ext uri="{FF2B5EF4-FFF2-40B4-BE49-F238E27FC236}">
                <a16:creationId xmlns:a16="http://schemas.microsoft.com/office/drawing/2014/main" id="{3C6055EC-0CB7-A026-AE8C-74A36F768BEB}"/>
              </a:ext>
            </a:extLst>
          </p:cNvPr>
          <p:cNvSpPr>
            <a:spLocks noGrp="1"/>
          </p:cNvSpPr>
          <p:nvPr>
            <p:ph type="ftr" sz="quarter" idx="11"/>
          </p:nvPr>
        </p:nvSpPr>
        <p:spPr>
          <a:xfrm>
            <a:off x="609599" y="6343955"/>
            <a:ext cx="2105099" cy="365125"/>
          </a:xfrm>
        </p:spPr>
        <p:txBody>
          <a:bodyPr>
            <a:noAutofit/>
          </a:bodyPr>
          <a:lstStyle/>
          <a:p>
            <a:r>
              <a:rPr lang="en-US"/>
              <a:t>Sample Footer Text</a:t>
            </a:r>
          </a:p>
        </p:txBody>
      </p:sp>
      <p:sp>
        <p:nvSpPr>
          <p:cNvPr id="13" name="Date Placeholder 4">
            <a:extLst>
              <a:ext uri="{FF2B5EF4-FFF2-40B4-BE49-F238E27FC236}">
                <a16:creationId xmlns:a16="http://schemas.microsoft.com/office/drawing/2014/main" id="{AE86096B-57D4-1243-A86D-1D5E7DC3A755}"/>
              </a:ext>
            </a:extLst>
          </p:cNvPr>
          <p:cNvSpPr>
            <a:spLocks noGrp="1"/>
          </p:cNvSpPr>
          <p:nvPr>
            <p:ph type="dt" sz="half" idx="10"/>
          </p:nvPr>
        </p:nvSpPr>
        <p:spPr>
          <a:xfrm>
            <a:off x="2963930" y="6343955"/>
            <a:ext cx="1772029" cy="365125"/>
          </a:xfrm>
        </p:spPr>
        <p:txBody>
          <a:bodyPr>
            <a:noAutofit/>
          </a:bodyPr>
          <a:lstStyle>
            <a:lvl1pPr>
              <a:defRPr>
                <a:solidFill>
                  <a:schemeClr val="tx1"/>
                </a:solidFill>
                <a:effectLst/>
              </a:defRPr>
            </a:lvl1pPr>
          </a:lstStyle>
          <a:p>
            <a:fld id="{7CFA9782-9FBA-47E1-A36A-E75622F7046E}" type="datetime1">
              <a:rPr lang="en-US" smtClean="0"/>
              <a:t>10/12/2026</a:t>
            </a:fld>
            <a:endParaRPr lang="en-US"/>
          </a:p>
        </p:txBody>
      </p:sp>
      <p:sp>
        <p:nvSpPr>
          <p:cNvPr id="15" name="Slide Number Placeholder 6">
            <a:extLst>
              <a:ext uri="{FF2B5EF4-FFF2-40B4-BE49-F238E27FC236}">
                <a16:creationId xmlns:a16="http://schemas.microsoft.com/office/drawing/2014/main" id="{A98A8E55-200E-96B4-1462-6DA457A20CE9}"/>
              </a:ext>
            </a:extLst>
          </p:cNvPr>
          <p:cNvSpPr>
            <a:spLocks noGrp="1"/>
          </p:cNvSpPr>
          <p:nvPr>
            <p:ph type="sldNum" sz="quarter" idx="12"/>
          </p:nvPr>
        </p:nvSpPr>
        <p:spPr>
          <a:xfrm>
            <a:off x="4735959" y="6343955"/>
            <a:ext cx="429207" cy="365125"/>
          </a:xfrm>
        </p:spPr>
        <p:txBody>
          <a:bodyPr>
            <a:noAutofit/>
          </a:bodyPr>
          <a:lstStyle/>
          <a:p>
            <a:fld id="{AEAA3239-9EA4-4A65-A281-97F994456D9F}" type="slidenum">
              <a:rPr lang="en-US" smtClean="0"/>
              <a:t>‹#›</a:t>
            </a:fld>
            <a:endParaRPr lang="en-US"/>
          </a:p>
        </p:txBody>
      </p:sp>
      <p:sp>
        <p:nvSpPr>
          <p:cNvPr id="3" name="Picture Placeholder 11">
            <a:extLst>
              <a:ext uri="{FF2B5EF4-FFF2-40B4-BE49-F238E27FC236}">
                <a16:creationId xmlns:a16="http://schemas.microsoft.com/office/drawing/2014/main" id="{48233842-32AB-C53C-CA20-8101D4E63DC5}"/>
              </a:ext>
            </a:extLst>
          </p:cNvPr>
          <p:cNvSpPr>
            <a:spLocks noGrp="1"/>
          </p:cNvSpPr>
          <p:nvPr>
            <p:ph type="pic" sz="quarter" idx="15"/>
          </p:nvPr>
        </p:nvSpPr>
        <p:spPr>
          <a:xfrm>
            <a:off x="5801536" y="0"/>
            <a:ext cx="6390464" cy="6858000"/>
          </a:xfrm>
          <a:blipFill>
            <a:blip r:embed="rId2">
              <a:alphaModFix amt="60000"/>
            </a:blip>
            <a:stretch>
              <a:fillRect/>
            </a:stretch>
          </a:blipFill>
        </p:spPr>
        <p:txBody>
          <a:bodyPr/>
          <a:lstStyle/>
          <a:p>
            <a:r>
              <a:rPr lang="en-US"/>
              <a:t>Click icon to add picture</a:t>
            </a:r>
          </a:p>
        </p:txBody>
      </p:sp>
    </p:spTree>
    <p:extLst>
      <p:ext uri="{BB962C8B-B14F-4D97-AF65-F5344CB8AC3E}">
        <p14:creationId xmlns:p14="http://schemas.microsoft.com/office/powerpoint/2010/main" val="94704537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4" y="687787"/>
            <a:ext cx="3363259" cy="1993392"/>
          </a:xfrm>
        </p:spPr>
        <p:txBody>
          <a:bodyPr anchor="b">
            <a:noAutofit/>
          </a:bodyPr>
          <a:lstStyle>
            <a:lvl1pPr>
              <a:defRPr sz="54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584144" cy="6858000"/>
          </a:xfrm>
          <a:blipFill>
            <a:blip r:embed="rId2">
              <a:alphaModFix amt="60000"/>
            </a:blip>
            <a:stretch>
              <a:fillRect/>
            </a:stretch>
          </a:blipFill>
        </p:spPr>
        <p:txBody>
          <a:bodyPr/>
          <a:lstStyle>
            <a:lvl1pPr marL="0" indent="0">
              <a:buNone/>
              <a:defRPr/>
            </a:lvl1pPr>
          </a:lstStyle>
          <a:p>
            <a:r>
              <a:rPr lang="en-US"/>
              <a:t>.</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1" y="2880360"/>
            <a:ext cx="3363259" cy="3274612"/>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8212663" y="6343955"/>
            <a:ext cx="2012061" cy="365125"/>
          </a:xfrm>
        </p:spPr>
        <p:txBody>
          <a:bodyPr>
            <a:noAutofit/>
          </a:bodyPr>
          <a:lstStyle/>
          <a:p>
            <a:r>
              <a:rPr lang="en-US"/>
              <a:t>Sample Footer Text</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10224724" y="6343955"/>
            <a:ext cx="922372" cy="365125"/>
          </a:xfrm>
        </p:spPr>
        <p:txBody>
          <a:bodyPr>
            <a:noAutofit/>
          </a:bodyPr>
          <a:lstStyle/>
          <a:p>
            <a:fld id="{AA28231D-ABE1-4859-B037-5D42FA8F4858}" type="datetime1">
              <a:rPr lang="en-US" smtClean="0"/>
              <a:t>10/12/2026</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3184470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8" y="685800"/>
            <a:ext cx="3364992" cy="1996301"/>
          </a:xfrm>
        </p:spPr>
        <p:txBody>
          <a:bodyPr anchor="b">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698" y="2880360"/>
            <a:ext cx="3364992" cy="3234856"/>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8">
            <a:extLst>
              <a:ext uri="{FF2B5EF4-FFF2-40B4-BE49-F238E27FC236}">
                <a16:creationId xmlns:a16="http://schemas.microsoft.com/office/drawing/2014/main" id="{C119522C-433C-CA02-AD5B-2ABB39A41622}"/>
              </a:ext>
            </a:extLst>
          </p:cNvPr>
          <p:cNvSpPr>
            <a:spLocks noGrp="1"/>
          </p:cNvSpPr>
          <p:nvPr>
            <p:ph type="ftr" sz="quarter" idx="16"/>
          </p:nvPr>
        </p:nvSpPr>
        <p:spPr>
          <a:xfrm>
            <a:off x="615698" y="6343955"/>
            <a:ext cx="2012061" cy="365125"/>
          </a:xfrm>
        </p:spPr>
        <p:txBody>
          <a:bodyPr>
            <a:noAutofit/>
          </a:bodyPr>
          <a:lstStyle/>
          <a:p>
            <a:r>
              <a:rPr lang="en-US"/>
              <a:t>Sample Footer Text</a:t>
            </a:r>
          </a:p>
        </p:txBody>
      </p:sp>
      <p:sp>
        <p:nvSpPr>
          <p:cNvPr id="7" name="Date Placeholder 3">
            <a:extLst>
              <a:ext uri="{FF2B5EF4-FFF2-40B4-BE49-F238E27FC236}">
                <a16:creationId xmlns:a16="http://schemas.microsoft.com/office/drawing/2014/main" id="{E76C67AD-99A1-8DF0-C332-BB3E0C537172}"/>
              </a:ext>
            </a:extLst>
          </p:cNvPr>
          <p:cNvSpPr>
            <a:spLocks noGrp="1"/>
          </p:cNvSpPr>
          <p:nvPr>
            <p:ph type="dt" sz="half" idx="15"/>
          </p:nvPr>
        </p:nvSpPr>
        <p:spPr>
          <a:xfrm>
            <a:off x="2627759" y="6343955"/>
            <a:ext cx="922372" cy="365125"/>
          </a:xfrm>
        </p:spPr>
        <p:txBody>
          <a:bodyPr>
            <a:noAutofit/>
          </a:bodyPr>
          <a:lstStyle/>
          <a:p>
            <a:fld id="{AAA916C4-9175-479B-9610-7E06A2EDFEE0}" type="datetime1">
              <a:rPr lang="en-US" smtClean="0"/>
              <a:t>10/12/2026</a:t>
            </a:fld>
            <a:endParaRPr lang="en-US"/>
          </a:p>
        </p:txBody>
      </p:sp>
      <p:sp>
        <p:nvSpPr>
          <p:cNvPr id="13" name="Slide Number Placeholder 9">
            <a:extLst>
              <a:ext uri="{FF2B5EF4-FFF2-40B4-BE49-F238E27FC236}">
                <a16:creationId xmlns:a16="http://schemas.microsoft.com/office/drawing/2014/main" id="{C8D2CF7B-FF7A-7960-DB96-2B1846DA41A0}"/>
              </a:ext>
            </a:extLst>
          </p:cNvPr>
          <p:cNvSpPr>
            <a:spLocks noGrp="1"/>
          </p:cNvSpPr>
          <p:nvPr>
            <p:ph type="sldNum" sz="quarter" idx="17"/>
          </p:nvPr>
        </p:nvSpPr>
        <p:spPr>
          <a:xfrm>
            <a:off x="3550131" y="6343955"/>
            <a:ext cx="429207" cy="365125"/>
          </a:xfrm>
        </p:spPr>
        <p:txBody>
          <a:bodyPr>
            <a:noAutofit/>
          </a:bodyPr>
          <a:lstStyle/>
          <a:p>
            <a:fld id="{AEAA3239-9EA4-4A65-A281-97F994456D9F}" type="slidenum">
              <a:rPr lang="en-US" smtClean="0"/>
              <a:t>‹#›</a:t>
            </a:fld>
            <a:endParaRPr lang="en-US"/>
          </a:p>
        </p:txBody>
      </p:sp>
      <p:sp>
        <p:nvSpPr>
          <p:cNvPr id="4" name="Picture Placeholder 10">
            <a:extLst>
              <a:ext uri="{FF2B5EF4-FFF2-40B4-BE49-F238E27FC236}">
                <a16:creationId xmlns:a16="http://schemas.microsoft.com/office/drawing/2014/main" id="{B08A763A-F1F9-D459-6C34-397656627599}"/>
              </a:ext>
            </a:extLst>
          </p:cNvPr>
          <p:cNvSpPr>
            <a:spLocks noGrp="1"/>
          </p:cNvSpPr>
          <p:nvPr>
            <p:ph type="pic" sz="quarter" idx="13" hasCustomPrompt="1"/>
          </p:nvPr>
        </p:nvSpPr>
        <p:spPr>
          <a:xfrm>
            <a:off x="4607856" y="0"/>
            <a:ext cx="7584144" cy="6858000"/>
          </a:xfrm>
          <a:blipFill>
            <a:blip r:embed="rId2">
              <a:alphaModFix amt="60000"/>
            </a:blip>
            <a:stretch>
              <a:fillRect/>
            </a:stretch>
          </a:blipFill>
        </p:spPr>
        <p:txBody>
          <a:bodyPr/>
          <a:lstStyle>
            <a:lvl1pPr marL="0" indent="0">
              <a:buNone/>
              <a:defRPr/>
            </a:lvl1pPr>
          </a:lstStyle>
          <a:p>
            <a:r>
              <a:rPr lang="en-US"/>
              <a:t>.</a:t>
            </a:r>
          </a:p>
        </p:txBody>
      </p:sp>
    </p:spTree>
    <p:extLst>
      <p:ext uri="{BB962C8B-B14F-4D97-AF65-F5344CB8AC3E}">
        <p14:creationId xmlns:p14="http://schemas.microsoft.com/office/powerpoint/2010/main" val="218196436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9200" y="685800"/>
            <a:ext cx="2748115" cy="2743200"/>
          </a:xfrm>
          <a:noFill/>
        </p:spPr>
        <p:txBody>
          <a:bodyPr anchor="t">
            <a:noAutofit/>
          </a:bodyPr>
          <a:lstStyle/>
          <a:p>
            <a:r>
              <a:rPr lang="en-US"/>
              <a:t>Click to edit Master title style</a:t>
            </a:r>
          </a:p>
        </p:txBody>
      </p:sp>
      <p:sp>
        <p:nvSpPr>
          <p:cNvPr id="4" name="Picture Placeholder 3">
            <a:extLst>
              <a:ext uri="{FF2B5EF4-FFF2-40B4-BE49-F238E27FC236}">
                <a16:creationId xmlns:a16="http://schemas.microsoft.com/office/drawing/2014/main" id="{5487E718-4223-B4DB-C92A-99E891E642B8}"/>
              </a:ext>
            </a:extLst>
          </p:cNvPr>
          <p:cNvSpPr>
            <a:spLocks noGrp="1"/>
          </p:cNvSpPr>
          <p:nvPr>
            <p:ph type="pic" sz="quarter" idx="15"/>
          </p:nvPr>
        </p:nvSpPr>
        <p:spPr>
          <a:xfrm>
            <a:off x="0" y="0"/>
            <a:ext cx="8229600" cy="6858000"/>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39200" y="3703320"/>
            <a:ext cx="2743201" cy="2476061"/>
          </a:xfrm>
          <a:noFill/>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39200" y="6343955"/>
            <a:ext cx="1404460" cy="365125"/>
          </a:xfrm>
          <a:noFill/>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343955"/>
            <a:ext cx="854573" cy="365125"/>
          </a:xfrm>
          <a:noFill/>
        </p:spPr>
        <p:txBody>
          <a:bodyPr>
            <a:noAutofit/>
          </a:bodyPr>
          <a:lstStyle>
            <a:lvl1pPr>
              <a:defRPr>
                <a:solidFill>
                  <a:schemeClr val="tx1"/>
                </a:solidFill>
                <a:effectLst/>
              </a:defRPr>
            </a:lvl1pPr>
          </a:lstStyle>
          <a:p>
            <a:fld id="{71AD2788-6390-4160-9542-0F1C554F0165}" type="datetime1">
              <a:rPr lang="en-US" smtClean="0"/>
              <a:t>10/12/2026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noFill/>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16954980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685800"/>
            <a:ext cx="2748114" cy="2743200"/>
          </a:xfrm>
        </p:spPr>
        <p:txBody>
          <a:bodyPr anchor="t">
            <a:noAutofit/>
          </a:bodyPr>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6691" y="3703320"/>
            <a:ext cx="2743200" cy="2476061"/>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Footer Placeholder 5">
            <a:extLst>
              <a:ext uri="{FF2B5EF4-FFF2-40B4-BE49-F238E27FC236}">
                <a16:creationId xmlns:a16="http://schemas.microsoft.com/office/drawing/2014/main" id="{644F6AEF-CB45-AC6F-F205-7AB277670F4E}"/>
              </a:ext>
            </a:extLst>
          </p:cNvPr>
          <p:cNvSpPr>
            <a:spLocks noGrp="1"/>
          </p:cNvSpPr>
          <p:nvPr>
            <p:ph type="ftr" sz="quarter" idx="11"/>
          </p:nvPr>
        </p:nvSpPr>
        <p:spPr>
          <a:xfrm>
            <a:off x="615697" y="6343955"/>
            <a:ext cx="1404460" cy="365125"/>
          </a:xfrm>
        </p:spPr>
        <p:txBody>
          <a:bodyPr>
            <a:noAutofit/>
          </a:bodyPr>
          <a:lstStyle/>
          <a:p>
            <a:r>
              <a:rPr lang="en-US"/>
              <a:t>Sample Footer Text</a:t>
            </a:r>
          </a:p>
        </p:txBody>
      </p:sp>
      <p:sp>
        <p:nvSpPr>
          <p:cNvPr id="14" name="Date Placeholder 4">
            <a:extLst>
              <a:ext uri="{FF2B5EF4-FFF2-40B4-BE49-F238E27FC236}">
                <a16:creationId xmlns:a16="http://schemas.microsoft.com/office/drawing/2014/main" id="{980DDA2F-B408-A7AF-463F-3F6ED55C1A9C}"/>
              </a:ext>
            </a:extLst>
          </p:cNvPr>
          <p:cNvSpPr>
            <a:spLocks noGrp="1"/>
          </p:cNvSpPr>
          <p:nvPr>
            <p:ph type="dt" sz="half" idx="10"/>
          </p:nvPr>
        </p:nvSpPr>
        <p:spPr>
          <a:xfrm>
            <a:off x="2069019" y="6343955"/>
            <a:ext cx="854573" cy="365125"/>
          </a:xfrm>
        </p:spPr>
        <p:txBody>
          <a:bodyPr>
            <a:noAutofit/>
          </a:bodyPr>
          <a:lstStyle>
            <a:lvl1pPr>
              <a:defRPr>
                <a:solidFill>
                  <a:schemeClr val="tx1"/>
                </a:solidFill>
                <a:effectLst/>
              </a:defRPr>
            </a:lvl1pPr>
          </a:lstStyle>
          <a:p>
            <a:fld id="{C6E6CDFB-328D-4B9A-B955-967B0C6194A8}" type="datetime1">
              <a:rPr lang="en-US" smtClean="0"/>
              <a:t>10/12/2026</a:t>
            </a:fld>
            <a:endParaRPr lang="en-US"/>
          </a:p>
        </p:txBody>
      </p:sp>
      <p:sp>
        <p:nvSpPr>
          <p:cNvPr id="16" name="Slide Number Placeholder 6">
            <a:extLst>
              <a:ext uri="{FF2B5EF4-FFF2-40B4-BE49-F238E27FC236}">
                <a16:creationId xmlns:a16="http://schemas.microsoft.com/office/drawing/2014/main" id="{9C6A3F52-E7A3-B732-2650-C47F8BE25FF4}"/>
              </a:ext>
            </a:extLst>
          </p:cNvPr>
          <p:cNvSpPr>
            <a:spLocks noGrp="1"/>
          </p:cNvSpPr>
          <p:nvPr>
            <p:ph type="sldNum" sz="quarter" idx="12"/>
          </p:nvPr>
        </p:nvSpPr>
        <p:spPr>
          <a:xfrm>
            <a:off x="2923593" y="6343955"/>
            <a:ext cx="429207" cy="365125"/>
          </a:xfrm>
        </p:spPr>
        <p:txBody>
          <a:bodyPr>
            <a:noAutofit/>
          </a:bodyPr>
          <a:lstStyle/>
          <a:p>
            <a:fld id="{AEAA3239-9EA4-4A65-A281-97F994456D9F}" type="slidenum">
              <a:rPr lang="en-US" smtClean="0"/>
              <a:t>‹#›</a:t>
            </a:fld>
            <a:endParaRPr lang="en-US"/>
          </a:p>
        </p:txBody>
      </p:sp>
      <p:sp>
        <p:nvSpPr>
          <p:cNvPr id="5" name="Picture Placeholder 3">
            <a:extLst>
              <a:ext uri="{FF2B5EF4-FFF2-40B4-BE49-F238E27FC236}">
                <a16:creationId xmlns:a16="http://schemas.microsoft.com/office/drawing/2014/main" id="{80894EEF-95B5-F8FE-9FBB-D5DFD413C066}"/>
              </a:ext>
            </a:extLst>
          </p:cNvPr>
          <p:cNvSpPr>
            <a:spLocks noGrp="1"/>
          </p:cNvSpPr>
          <p:nvPr>
            <p:ph type="pic" sz="quarter" idx="15"/>
          </p:nvPr>
        </p:nvSpPr>
        <p:spPr>
          <a:xfrm>
            <a:off x="3962400" y="0"/>
            <a:ext cx="8229600" cy="6858000"/>
          </a:xfrm>
          <a:blipFill>
            <a:blip r:embed="rId2">
              <a:alphaModFix amt="60000"/>
            </a:blip>
            <a:stretch>
              <a:fillRect/>
            </a:stretch>
          </a:blipFill>
        </p:spPr>
        <p:txBody>
          <a:bodyPr/>
          <a:lstStyle/>
          <a:p>
            <a:r>
              <a:rPr lang="en-US"/>
              <a:t>Click icon to add picture</a:t>
            </a:r>
          </a:p>
        </p:txBody>
      </p:sp>
    </p:spTree>
    <p:extLst>
      <p:ext uri="{BB962C8B-B14F-4D97-AF65-F5344CB8AC3E}">
        <p14:creationId xmlns:p14="http://schemas.microsoft.com/office/powerpoint/2010/main" val="426115477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4343400"/>
            <a:ext cx="4019522" cy="1159931"/>
          </a:xfrm>
        </p:spPr>
        <p:txBody>
          <a:bodyPr anchor="t">
            <a:noAutofit/>
          </a:bodyPr>
          <a:lstStyle>
            <a:lvl1pPr>
              <a:defRPr sz="5400"/>
            </a:lvl1pPr>
          </a:lstStyle>
          <a:p>
            <a:r>
              <a:rPr lang="en-US"/>
              <a:t>Click to edit Master title style</a:t>
            </a:r>
          </a:p>
        </p:txBody>
      </p:sp>
      <p:sp>
        <p:nvSpPr>
          <p:cNvPr id="4" name="Picture Placeholder 3">
            <a:extLst>
              <a:ext uri="{FF2B5EF4-FFF2-40B4-BE49-F238E27FC236}">
                <a16:creationId xmlns:a16="http://schemas.microsoft.com/office/drawing/2014/main" id="{0E0CE544-3552-FE00-5B00-942E522A2A5A}"/>
              </a:ext>
            </a:extLst>
          </p:cNvPr>
          <p:cNvSpPr>
            <a:spLocks noGrp="1"/>
          </p:cNvSpPr>
          <p:nvPr>
            <p:ph type="pic" sz="quarter" idx="15"/>
          </p:nvPr>
        </p:nvSpPr>
        <p:spPr>
          <a:xfrm>
            <a:off x="0" y="0"/>
            <a:ext cx="12192000" cy="3886200"/>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81600" y="4343400"/>
            <a:ext cx="6400800" cy="1159931"/>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0A994DB4-9653-4FD4-8A14-5DAFB68B0E92}" type="datetime1">
              <a:rPr lang="en-US" smtClean="0"/>
              <a:t>10/12/2026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48601148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886200"/>
            <a:ext cx="3044954" cy="2245126"/>
          </a:xfrm>
        </p:spPr>
        <p:txBody>
          <a:bodyPr anchor="b">
            <a:noAutofit/>
          </a:bodyPr>
          <a:lstStyle>
            <a:lvl1pPr>
              <a:defRPr sz="54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43331"/>
          </a:xfrm>
          <a:blipFill>
            <a:blip r:embed="rId2">
              <a:alphaModFix amt="60000"/>
            </a:blip>
            <a:stretch>
              <a:fillRect/>
            </a:stretch>
          </a:blipFill>
        </p:spPr>
        <p:txBody>
          <a:bodyPr/>
          <a:lstStyle>
            <a:lvl1pPr marL="0" indent="0">
              <a:buNone/>
              <a:defRPr/>
            </a:lvl1pPr>
          </a:lstStyle>
          <a:p>
            <a:r>
              <a:rPr lang="en-US"/>
              <a: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67200" y="3886200"/>
            <a:ext cx="7315199" cy="2245127"/>
          </a:xfrm>
        </p:spPr>
        <p:txBody>
          <a:bodyPr vert="horz" lIns="91440" tIns="45720" rIns="91440" bIns="45720" rtlCol="0">
            <a:noAutofit/>
          </a:bodyPr>
          <a:lstStyle>
            <a:lvl1pPr marL="0" indent="0">
              <a:buNone/>
              <a:defRPr lang="en-US" sz="1400" b="0" i="0" dirty="0">
                <a:latin typeface="+mn-lt"/>
              </a:defRPr>
            </a:lvl1pPr>
            <a:lvl2pPr marL="228600" indent="0">
              <a:buNone/>
              <a:defRPr lang="en-US" sz="1400" b="0" i="0" dirty="0">
                <a:latin typeface="+mn-lt"/>
              </a:defRPr>
            </a:lvl2pPr>
            <a:lvl3pPr marL="457200" indent="0">
              <a:buNone/>
              <a:defRPr lang="en-US" sz="1400" b="0" i="0" dirty="0">
                <a:latin typeface="+mn-lt"/>
              </a:defRPr>
            </a:lvl3pPr>
            <a:lvl4pPr marL="685800" indent="0">
              <a:buNone/>
              <a:defRPr lang="en-US" sz="1400" b="0" i="0" dirty="0">
                <a:latin typeface="+mn-lt"/>
              </a:defRPr>
            </a:lvl4pPr>
            <a:lvl5pPr marL="914400" indent="0">
              <a:buNone/>
              <a:defRPr lang="en-US" sz="1400" b="0" i="0"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0BECFC22-7333-427C-A7BB-2A423772B9A0}" type="datetime1">
              <a:rPr lang="en-US" smtClean="0"/>
              <a:t>10/12/2026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9866004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3044954" cy="2035724"/>
          </a:xfrm>
        </p:spPr>
        <p:txBody>
          <a:bodyPr anchor="t">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59158" y="685800"/>
            <a:ext cx="7315199" cy="2014665"/>
          </a:xfrm>
        </p:spPr>
        <p:txBody>
          <a:bodyPr vert="horz" lIns="91440" tIns="45720" rIns="91440" bIns="45720" rtlCol="0" anchor="b">
            <a:noAutofit/>
          </a:bodyPr>
          <a:lstStyle>
            <a:lvl1pPr marL="0" indent="0">
              <a:buNone/>
              <a:defRPr lang="en-US" sz="1400" b="0" i="0" dirty="0">
                <a:latin typeface="+mn-lt"/>
              </a:defRPr>
            </a:lvl1pPr>
            <a:lvl2pPr marL="228600" indent="0">
              <a:buNone/>
              <a:defRPr lang="en-US" sz="1400" b="0" i="0" dirty="0">
                <a:latin typeface="+mn-lt"/>
              </a:defRPr>
            </a:lvl2pPr>
            <a:lvl3pPr marL="457200" indent="0">
              <a:buNone/>
              <a:defRPr lang="en-US" sz="1400" b="0" i="0" dirty="0">
                <a:latin typeface="+mn-lt"/>
              </a:defRPr>
            </a:lvl3pPr>
            <a:lvl4pPr marL="685800" indent="0">
              <a:buNone/>
              <a:defRPr lang="en-US" sz="1400" b="0" i="0" dirty="0">
                <a:latin typeface="+mn-lt"/>
              </a:defRPr>
            </a:lvl4pPr>
            <a:lvl5pPr marL="914400" indent="0">
              <a:buNone/>
              <a:defRPr lang="en-US" sz="1400" b="0" i="0"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 y="2896372"/>
            <a:ext cx="2791027" cy="365125"/>
          </a:xfrm>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5894" y="2896372"/>
            <a:ext cx="1559379" cy="365125"/>
          </a:xfrm>
        </p:spPr>
        <p:txBody>
          <a:bodyPr>
            <a:noAutofit/>
          </a:bodyPr>
          <a:lstStyle/>
          <a:p>
            <a:fld id="{B78D85C6-8657-43F4-BE68-8F80962A5435}" type="datetime1">
              <a:rPr lang="en-US" smtClean="0"/>
              <a:t>10/12/2026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5151" y="2896372"/>
            <a:ext cx="429207" cy="365125"/>
          </a:xfrm>
        </p:spPr>
        <p:txBody>
          <a:bodyPr>
            <a:noAutofit/>
          </a:bodyPr>
          <a:lstStyle/>
          <a:p>
            <a:fld id="{AEAA3239-9EA4-4A65-A281-97F994456D9F}" type="slidenum">
              <a:rPr lang="en-US" smtClean="0"/>
              <a:t>‹#›</a:t>
            </a:fld>
            <a:endParaRPr lang="en-US"/>
          </a:p>
        </p:txBody>
      </p:sp>
      <p:sp>
        <p:nvSpPr>
          <p:cNvPr id="3" name="Picture Placeholder 10">
            <a:extLst>
              <a:ext uri="{FF2B5EF4-FFF2-40B4-BE49-F238E27FC236}">
                <a16:creationId xmlns:a16="http://schemas.microsoft.com/office/drawing/2014/main" id="{4178283B-8F20-CAA0-928D-318B857F9592}"/>
              </a:ext>
            </a:extLst>
          </p:cNvPr>
          <p:cNvSpPr>
            <a:spLocks noGrp="1"/>
          </p:cNvSpPr>
          <p:nvPr>
            <p:ph type="pic" sz="quarter" idx="13" hasCustomPrompt="1"/>
          </p:nvPr>
        </p:nvSpPr>
        <p:spPr>
          <a:xfrm>
            <a:off x="-1" y="3414669"/>
            <a:ext cx="12192000" cy="3443331"/>
          </a:xfrm>
          <a:blipFill>
            <a:blip r:embed="rId2">
              <a:alphaModFix amt="60000"/>
            </a:blip>
            <a:stretch>
              <a:fillRect/>
            </a:stretch>
          </a:blipFill>
        </p:spPr>
        <p:txBody>
          <a:bodyPr/>
          <a:lstStyle>
            <a:lvl1pPr marL="0" indent="0">
              <a:buNone/>
              <a:defRPr/>
            </a:lvl1pPr>
          </a:lstStyle>
          <a:p>
            <a:r>
              <a:rPr lang="en-US"/>
              <a:t>.</a:t>
            </a:r>
          </a:p>
        </p:txBody>
      </p:sp>
    </p:spTree>
    <p:extLst>
      <p:ext uri="{BB962C8B-B14F-4D97-AF65-F5344CB8AC3E}">
        <p14:creationId xmlns:p14="http://schemas.microsoft.com/office/powerpoint/2010/main" val="420767299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4">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8"/>
            <a:ext cx="5483353" cy="1388318"/>
          </a:xfrm>
        </p:spPr>
        <p:txBody>
          <a:bodyPr anchor="b">
            <a:noAutofit/>
          </a:body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2651760"/>
            <a:ext cx="5483352" cy="352185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4AB12E0E-A617-768A-7E0E-472481185B12}"/>
              </a:ext>
            </a:extLst>
          </p:cNvPr>
          <p:cNvSpPr>
            <a:spLocks noGrp="1"/>
          </p:cNvSpPr>
          <p:nvPr>
            <p:ph type="pic" sz="quarter" idx="18"/>
          </p:nvPr>
        </p:nvSpPr>
        <p:spPr>
          <a:xfrm>
            <a:off x="6717792" y="685807"/>
            <a:ext cx="4864608" cy="5486377"/>
          </a:xfrm>
          <a:blipFill>
            <a:blip r:embed="rId2">
              <a:alphaModFix amt="60000"/>
            </a:blip>
            <a:stretch>
              <a:fillRect/>
            </a:stretch>
          </a:blipFill>
        </p:spPr>
        <p:txBody>
          <a:bodyPr/>
          <a:lstStyle/>
          <a:p>
            <a:r>
              <a:rPr lang="en-US"/>
              <a:t>Click icon to add picture</a:t>
            </a:r>
          </a:p>
        </p:txBody>
      </p:sp>
      <p:cxnSp>
        <p:nvCxnSpPr>
          <p:cNvPr id="3" name="Straight Connector 2">
            <a:extLst>
              <a:ext uri="{FF2B5EF4-FFF2-40B4-BE49-F238E27FC236}">
                <a16:creationId xmlns:a16="http://schemas.microsoft.com/office/drawing/2014/main" id="{EC1D70B4-629A-1A3A-D1BB-D35C3AED4BAD}"/>
              </a:ext>
            </a:extLst>
          </p:cNvPr>
          <p:cNvCxnSpPr>
            <a:cxnSpLocks/>
          </p:cNvCxnSpPr>
          <p:nvPr userDrawn="1"/>
        </p:nvCxnSpPr>
        <p:spPr>
          <a:xfrm>
            <a:off x="609600" y="2362229"/>
            <a:ext cx="54864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Footer Placeholder 7">
            <a:extLst>
              <a:ext uri="{FF2B5EF4-FFF2-40B4-BE49-F238E27FC236}">
                <a16:creationId xmlns:a16="http://schemas.microsoft.com/office/drawing/2014/main" id="{8F922763-A12B-44C2-4F2D-AAD3B317EC9A}"/>
              </a:ext>
            </a:extLst>
          </p:cNvPr>
          <p:cNvSpPr>
            <a:spLocks noGrp="1"/>
          </p:cNvSpPr>
          <p:nvPr>
            <p:ph type="ftr" sz="quarter" idx="15"/>
          </p:nvPr>
        </p:nvSpPr>
        <p:spPr>
          <a:xfrm>
            <a:off x="612647" y="6343955"/>
            <a:ext cx="2805405" cy="365125"/>
          </a:xfrm>
        </p:spPr>
        <p:txBody>
          <a:bodyPr>
            <a:noAutofit/>
          </a:bodyPr>
          <a:lstStyle/>
          <a:p>
            <a:r>
              <a:rPr lang="en-US"/>
              <a:t>Sample Footer Text</a:t>
            </a:r>
          </a:p>
        </p:txBody>
      </p:sp>
      <p:sp>
        <p:nvSpPr>
          <p:cNvPr id="11" name="Date Placeholder 6">
            <a:extLst>
              <a:ext uri="{FF2B5EF4-FFF2-40B4-BE49-F238E27FC236}">
                <a16:creationId xmlns:a16="http://schemas.microsoft.com/office/drawing/2014/main" id="{88D44AB0-B4BD-5097-DB6C-0B96B75B1DA6}"/>
              </a:ext>
            </a:extLst>
          </p:cNvPr>
          <p:cNvSpPr>
            <a:spLocks noGrp="1"/>
          </p:cNvSpPr>
          <p:nvPr>
            <p:ph type="dt" sz="half" idx="19"/>
          </p:nvPr>
        </p:nvSpPr>
        <p:spPr>
          <a:xfrm>
            <a:off x="8893929" y="6343955"/>
            <a:ext cx="2202644" cy="365125"/>
          </a:xfrm>
        </p:spPr>
        <p:txBody>
          <a:bodyPr>
            <a:noAutofit/>
          </a:bodyPr>
          <a:lstStyle/>
          <a:p>
            <a:fld id="{59D65A6B-59CD-4A95-97A1-5003425BCE52}" type="datetime1">
              <a:rPr lang="en-US" smtClean="0"/>
              <a:t>10/12/2026</a:t>
            </a:fld>
            <a:endParaRPr lang="en-US"/>
          </a:p>
        </p:txBody>
      </p:sp>
      <p:sp>
        <p:nvSpPr>
          <p:cNvPr id="14" name="Slide Number Placeholder 8">
            <a:extLst>
              <a:ext uri="{FF2B5EF4-FFF2-40B4-BE49-F238E27FC236}">
                <a16:creationId xmlns:a16="http://schemas.microsoft.com/office/drawing/2014/main" id="{8EA9CC9C-E71E-C316-0680-F4BD6EDC87C1}"/>
              </a:ext>
            </a:extLst>
          </p:cNvPr>
          <p:cNvSpPr>
            <a:spLocks noGrp="1"/>
          </p:cNvSpPr>
          <p:nvPr>
            <p:ph type="sldNum" sz="quarter" idx="16"/>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52334095"/>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9753" cy="898525"/>
          </a:xfrm>
        </p:spPr>
        <p:txBody>
          <a:bodyPr anchor="b">
            <a:noAutofit/>
          </a:bodyPr>
          <a:lstStyle/>
          <a:p>
            <a:r>
              <a:rPr lang="en-US"/>
              <a:t>Click to edit Master title style</a:t>
            </a:r>
          </a:p>
        </p:txBody>
      </p:sp>
      <p:cxnSp>
        <p:nvCxnSpPr>
          <p:cNvPr id="7" name="Straight Connector 6">
            <a:extLst>
              <a:ext uri="{FF2B5EF4-FFF2-40B4-BE49-F238E27FC236}">
                <a16:creationId xmlns:a16="http://schemas.microsoft.com/office/drawing/2014/main" id="{54E15E62-FEF2-298A-EC8D-72D59188CB27}"/>
              </a:ext>
            </a:extLst>
          </p:cNvPr>
          <p:cNvCxnSpPr>
            <a:cxnSpLocks/>
          </p:cNvCxnSpPr>
          <p:nvPr userDrawn="1"/>
        </p:nvCxnSpPr>
        <p:spPr>
          <a:xfrm>
            <a:off x="609600" y="1905000"/>
            <a:ext cx="109728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09600" y="2286012"/>
            <a:ext cx="5479474" cy="298765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C4892D5B-0772-8929-54F9-AA16EED38E2B}"/>
              </a:ext>
            </a:extLst>
          </p:cNvPr>
          <p:cNvSpPr>
            <a:spLocks noGrp="1"/>
          </p:cNvSpPr>
          <p:nvPr>
            <p:ph type="pic" sz="quarter" idx="18"/>
          </p:nvPr>
        </p:nvSpPr>
        <p:spPr>
          <a:xfrm>
            <a:off x="6715575" y="2285301"/>
            <a:ext cx="4863778" cy="3886188"/>
          </a:xfrm>
          <a:blipFill>
            <a:blip r:embed="rId2">
              <a:alphaModFix amt="60000"/>
            </a:blip>
            <a:stretch>
              <a:fillRect/>
            </a:stretch>
          </a:blipFill>
        </p:spPr>
        <p:txBody>
          <a:bodyPr/>
          <a:lstStyle/>
          <a:p>
            <a:r>
              <a:rPr lang="en-US"/>
              <a:t>Click icon to add picture</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p:spPr>
        <p:txBody>
          <a:bodyPr>
            <a:noAutofit/>
          </a:bodyPr>
          <a:lstStyle/>
          <a:p>
            <a:r>
              <a:rPr lang="en-US"/>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p:spPr>
        <p:txBody>
          <a:bodyPr>
            <a:noAutofit/>
          </a:bodyPr>
          <a:lstStyle/>
          <a:p>
            <a:fld id="{AEBE612C-E459-4252-B286-C98BDF4C5E92}" type="datetime1">
              <a:rPr lang="en-US" smtClean="0"/>
              <a:t>10/12/2026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1842421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89903" y="685807"/>
            <a:ext cx="5486400" cy="1388302"/>
          </a:xfrm>
        </p:spPr>
        <p:txBody>
          <a:bodyPr anchor="b">
            <a:noAutofit/>
          </a:bodyPr>
          <a:lstStyle/>
          <a:p>
            <a:r>
              <a:rPr lang="en-US"/>
              <a:t>Click to edit Master title style</a:t>
            </a:r>
          </a:p>
        </p:txBody>
      </p:sp>
      <p:sp>
        <p:nvSpPr>
          <p:cNvPr id="16" name="Picture Placeholder 5">
            <a:extLst>
              <a:ext uri="{FF2B5EF4-FFF2-40B4-BE49-F238E27FC236}">
                <a16:creationId xmlns:a16="http://schemas.microsoft.com/office/drawing/2014/main" id="{3F8ACB4F-E132-97B5-797E-ADFB9AC83456}"/>
              </a:ext>
            </a:extLst>
          </p:cNvPr>
          <p:cNvSpPr>
            <a:spLocks noGrp="1"/>
          </p:cNvSpPr>
          <p:nvPr>
            <p:ph type="pic" sz="quarter" idx="18"/>
          </p:nvPr>
        </p:nvSpPr>
        <p:spPr>
          <a:xfrm>
            <a:off x="616658" y="685807"/>
            <a:ext cx="4864608" cy="5486377"/>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089903" y="2650330"/>
            <a:ext cx="5486400" cy="3521854"/>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5" name="Straight Connector 14">
            <a:extLst>
              <a:ext uri="{FF2B5EF4-FFF2-40B4-BE49-F238E27FC236}">
                <a16:creationId xmlns:a16="http://schemas.microsoft.com/office/drawing/2014/main" id="{60415657-C9CC-A8DC-C841-09A42AC901EC}"/>
              </a:ext>
            </a:extLst>
          </p:cNvPr>
          <p:cNvCxnSpPr>
            <a:cxnSpLocks/>
          </p:cNvCxnSpPr>
          <p:nvPr userDrawn="1"/>
        </p:nvCxnSpPr>
        <p:spPr>
          <a:xfrm>
            <a:off x="6089903" y="2362219"/>
            <a:ext cx="54864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Footer Placeholder 7">
            <a:extLst>
              <a:ext uri="{FF2B5EF4-FFF2-40B4-BE49-F238E27FC236}">
                <a16:creationId xmlns:a16="http://schemas.microsoft.com/office/drawing/2014/main" id="{D65827FC-FBF0-2A7B-2AE9-11D916DB970C}"/>
              </a:ext>
            </a:extLst>
          </p:cNvPr>
          <p:cNvSpPr>
            <a:spLocks noGrp="1"/>
          </p:cNvSpPr>
          <p:nvPr>
            <p:ph type="ftr" sz="quarter" idx="15"/>
          </p:nvPr>
        </p:nvSpPr>
        <p:spPr>
          <a:xfrm>
            <a:off x="612647" y="6343955"/>
            <a:ext cx="2805405" cy="365125"/>
          </a:xfrm>
        </p:spPr>
        <p:txBody>
          <a:bodyPr>
            <a:noAutofit/>
          </a:bodyPr>
          <a:lstStyle/>
          <a:p>
            <a:r>
              <a:rPr lang="en-US"/>
              <a:t>Sample Footer Text</a:t>
            </a:r>
          </a:p>
        </p:txBody>
      </p:sp>
      <p:sp>
        <p:nvSpPr>
          <p:cNvPr id="3" name="Date Placeholder 6">
            <a:extLst>
              <a:ext uri="{FF2B5EF4-FFF2-40B4-BE49-F238E27FC236}">
                <a16:creationId xmlns:a16="http://schemas.microsoft.com/office/drawing/2014/main" id="{7D3F37AD-0904-9EC0-EFEE-899B457A4536}"/>
              </a:ext>
            </a:extLst>
          </p:cNvPr>
          <p:cNvSpPr>
            <a:spLocks noGrp="1"/>
          </p:cNvSpPr>
          <p:nvPr>
            <p:ph type="dt" sz="half" idx="19"/>
          </p:nvPr>
        </p:nvSpPr>
        <p:spPr>
          <a:xfrm>
            <a:off x="8893929" y="6343955"/>
            <a:ext cx="2202644" cy="365125"/>
          </a:xfrm>
        </p:spPr>
        <p:txBody>
          <a:bodyPr>
            <a:noAutofit/>
          </a:bodyPr>
          <a:lstStyle/>
          <a:p>
            <a:fld id="{D8568ADA-B78D-4076-A9DF-6C8E04B71243}" type="datetime1">
              <a:rPr lang="en-US" smtClean="0"/>
              <a:t>10/12/2026</a:t>
            </a:fld>
            <a:endParaRPr lang="en-US"/>
          </a:p>
        </p:txBody>
      </p:sp>
      <p:sp>
        <p:nvSpPr>
          <p:cNvPr id="6" name="Slide Number Placeholder 8">
            <a:extLst>
              <a:ext uri="{FF2B5EF4-FFF2-40B4-BE49-F238E27FC236}">
                <a16:creationId xmlns:a16="http://schemas.microsoft.com/office/drawing/2014/main" id="{655EC9E8-1A84-6C33-ADB3-D40020F50907}"/>
              </a:ext>
            </a:extLst>
          </p:cNvPr>
          <p:cNvSpPr>
            <a:spLocks noGrp="1"/>
          </p:cNvSpPr>
          <p:nvPr>
            <p:ph type="sldNum" sz="quarter" idx="16"/>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14258293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4564763" cy="1426798"/>
          </a:xfrm>
        </p:spPr>
        <p:txBody>
          <a:bodyPr anchor="b">
            <a:noAutofit/>
          </a:bodyPr>
          <a:lstStyle>
            <a:lvl1pPr>
              <a:defRPr sz="5400"/>
            </a:lvl1pPr>
          </a:lstStyle>
          <a:p>
            <a:r>
              <a:rPr lang="en-US"/>
              <a:t>Click to edit Master title style</a:t>
            </a:r>
          </a:p>
        </p:txBody>
      </p:sp>
      <p:sp>
        <p:nvSpPr>
          <p:cNvPr id="4" name="Picture Placeholder 3">
            <a:extLst>
              <a:ext uri="{FF2B5EF4-FFF2-40B4-BE49-F238E27FC236}">
                <a16:creationId xmlns:a16="http://schemas.microsoft.com/office/drawing/2014/main" id="{45580E71-5349-7975-EE00-1D48FBB45527}"/>
              </a:ext>
            </a:extLst>
          </p:cNvPr>
          <p:cNvSpPr>
            <a:spLocks noGrp="1"/>
          </p:cNvSpPr>
          <p:nvPr>
            <p:ph type="pic" sz="quarter" idx="15"/>
          </p:nvPr>
        </p:nvSpPr>
        <p:spPr>
          <a:xfrm>
            <a:off x="609599" y="2514600"/>
            <a:ext cx="4564763" cy="3636598"/>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790060" y="685800"/>
            <a:ext cx="5792341" cy="5465398"/>
          </a:xfrm>
        </p:spPr>
        <p:txBody>
          <a:bodyPr anchor="b">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E3ED234F-BBE0-48A3-AC31-D10A1F3BC187}" type="datetime1">
              <a:rPr lang="en-US" smtClean="0"/>
              <a:t>10/12/2026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0979622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3655" cy="891102"/>
          </a:xfrm>
        </p:spPr>
        <p:txBody>
          <a:bodyPr anchor="b">
            <a:noAutofit/>
          </a:bodyPr>
          <a:lstStyle>
            <a:lvl1pPr>
              <a:defRPr sz="5400"/>
            </a:lvl1pPr>
          </a:lstStyle>
          <a:p>
            <a:r>
              <a:rPr lang="en-US"/>
              <a:t>Click to edit Master title style</a:t>
            </a:r>
          </a:p>
        </p:txBody>
      </p:sp>
      <p:sp>
        <p:nvSpPr>
          <p:cNvPr id="9" name="Picture Placeholder 8">
            <a:extLst>
              <a:ext uri="{FF2B5EF4-FFF2-40B4-BE49-F238E27FC236}">
                <a16:creationId xmlns:a16="http://schemas.microsoft.com/office/drawing/2014/main" id="{2EC4665C-5805-BDA9-0EA4-387D86C88ABA}"/>
              </a:ext>
            </a:extLst>
          </p:cNvPr>
          <p:cNvSpPr>
            <a:spLocks noGrp="1"/>
          </p:cNvSpPr>
          <p:nvPr>
            <p:ph type="pic" sz="quarter" idx="15"/>
          </p:nvPr>
        </p:nvSpPr>
        <p:spPr>
          <a:xfrm>
            <a:off x="612647" y="2057400"/>
            <a:ext cx="2740153" cy="4091502"/>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3810001" y="2057400"/>
            <a:ext cx="7766302" cy="4091502"/>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AA0D3809-2B53-482D-AD1B-8B09C4B2656C}" type="datetime1">
              <a:rPr lang="en-US" smtClean="0"/>
              <a:t>10/12/2026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8501948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Number Large">
    <p:bg>
      <p:bgRef idx="1001">
        <a:schemeClr val="bg1"/>
      </p:bgRef>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1DA757D-A9AE-985A-6EEE-C02E46D45DC9}"/>
              </a:ext>
            </a:extLst>
          </p:cNvPr>
          <p:cNvSpPr/>
          <p:nvPr/>
        </p:nvSpPr>
        <p:spPr>
          <a:xfrm>
            <a:off x="11250895" y="43434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50" cap="flat">
            <a:solidFill>
              <a:schemeClr val="accent4"/>
            </a:solidFill>
            <a:prstDash val="solid"/>
            <a:miter/>
          </a:ln>
        </p:spPr>
        <p:txBody>
          <a:bodyPr rtlCol="0" anchor="ctr"/>
          <a:lstStyle/>
          <a:p>
            <a:pPr algn="l" rtl="0"/>
            <a:endParaRPr lang="en-US"/>
          </a:p>
        </p:txBody>
      </p:sp>
      <p:sp>
        <p:nvSpPr>
          <p:cNvPr id="8" name="Freeform: Shape 7">
            <a:extLst>
              <a:ext uri="{FF2B5EF4-FFF2-40B4-BE49-F238E27FC236}">
                <a16:creationId xmlns:a16="http://schemas.microsoft.com/office/drawing/2014/main" id="{271E517F-7D77-FEA1-94A2-D8522A1BF181}"/>
              </a:ext>
            </a:extLst>
          </p:cNvPr>
          <p:cNvSpPr/>
          <p:nvPr/>
        </p:nvSpPr>
        <p:spPr>
          <a:xfrm>
            <a:off x="685800" y="46938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50" cap="flat">
            <a:solidFill>
              <a:schemeClr val="accent4"/>
            </a:solidFill>
            <a:prstDash val="solid"/>
            <a:miter/>
          </a:ln>
        </p:spPr>
        <p:txBody>
          <a:bodyPr rtlCol="0" anchor="ctr"/>
          <a:lstStyle/>
          <a:p>
            <a:pPr algn="l" rtl="0"/>
            <a:endParaRPr lang="en-US"/>
          </a:p>
        </p:txBody>
      </p:sp>
      <p:sp>
        <p:nvSpPr>
          <p:cNvPr id="11" name="Freeform: Shape 10">
            <a:extLst>
              <a:ext uri="{FF2B5EF4-FFF2-40B4-BE49-F238E27FC236}">
                <a16:creationId xmlns:a16="http://schemas.microsoft.com/office/drawing/2014/main" id="{562EAE4C-19D0-A0E4-1FDC-967BD2694E6F}"/>
              </a:ext>
            </a:extLst>
          </p:cNvPr>
          <p:cNvSpPr/>
          <p:nvPr/>
        </p:nvSpPr>
        <p:spPr>
          <a:xfrm>
            <a:off x="10998565" y="44258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50" cap="flat">
            <a:solidFill>
              <a:schemeClr val="accent4"/>
            </a:solidFill>
            <a:prstDash val="solid"/>
            <a:miter/>
          </a:ln>
        </p:spPr>
        <p:txBody>
          <a:bodyPr rtlCol="0" anchor="ctr"/>
          <a:lstStyle/>
          <a:p>
            <a:pPr algn="l" rtl="0"/>
            <a:endParaRPr lang="en-US"/>
          </a:p>
        </p:txBody>
      </p:sp>
      <p:sp>
        <p:nvSpPr>
          <p:cNvPr id="12" name="Freeform: Shape 11">
            <a:extLst>
              <a:ext uri="{FF2B5EF4-FFF2-40B4-BE49-F238E27FC236}">
                <a16:creationId xmlns:a16="http://schemas.microsoft.com/office/drawing/2014/main" id="{77E35C93-E0FF-6186-7502-985D78DA9B28}"/>
              </a:ext>
            </a:extLst>
          </p:cNvPr>
          <p:cNvSpPr/>
          <p:nvPr/>
        </p:nvSpPr>
        <p:spPr>
          <a:xfrm>
            <a:off x="10976145" y="44258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50" cap="flat">
            <a:solidFill>
              <a:schemeClr val="accent4"/>
            </a:solidFill>
            <a:prstDash val="solid"/>
            <a:miter/>
          </a:ln>
        </p:spPr>
        <p:txBody>
          <a:bodyPr rtlCol="0" anchor="ctr"/>
          <a:lstStyle/>
          <a:p>
            <a:pPr algn="l" rtl="0"/>
            <a:endParaRPr lang="en-US"/>
          </a:p>
        </p:txBody>
      </p:sp>
      <p:sp>
        <p:nvSpPr>
          <p:cNvPr id="15" name="Title 14">
            <a:extLst>
              <a:ext uri="{FF2B5EF4-FFF2-40B4-BE49-F238E27FC236}">
                <a16:creationId xmlns:a16="http://schemas.microsoft.com/office/drawing/2014/main" id="{D4E889F8-D8CB-1564-17A8-26A2F4258445}"/>
              </a:ext>
            </a:extLst>
          </p:cNvPr>
          <p:cNvSpPr>
            <a:spLocks noGrp="1"/>
          </p:cNvSpPr>
          <p:nvPr>
            <p:ph type="title"/>
          </p:nvPr>
        </p:nvSpPr>
        <p:spPr>
          <a:xfrm>
            <a:off x="612649" y="5025460"/>
            <a:ext cx="9144000" cy="868680"/>
          </a:xfrm>
        </p:spPr>
        <p:txBody>
          <a:bodyPr anchor="t">
            <a:normAutofit/>
          </a:bodyPr>
          <a:lstStyle>
            <a:lvl1pPr>
              <a:lnSpc>
                <a:spcPct val="110000"/>
              </a:lnSpc>
              <a:defRPr sz="1800" cap="none" baseline="0">
                <a:solidFill>
                  <a:schemeClr val="tx2"/>
                </a:solidFill>
              </a:defRPr>
            </a:lvl1pPr>
          </a:lstStyle>
          <a:p>
            <a:r>
              <a:rPr lang="en-US"/>
              <a:t>Click to edit Master title style</a:t>
            </a:r>
          </a:p>
        </p:txBody>
      </p:sp>
      <p:sp>
        <p:nvSpPr>
          <p:cNvPr id="13" name="Content Placeholder 12">
            <a:extLst>
              <a:ext uri="{FF2B5EF4-FFF2-40B4-BE49-F238E27FC236}">
                <a16:creationId xmlns:a16="http://schemas.microsoft.com/office/drawing/2014/main" id="{13B51AE5-91E2-069A-7DF2-EB394DA25E2D}"/>
              </a:ext>
            </a:extLst>
          </p:cNvPr>
          <p:cNvSpPr>
            <a:spLocks noGrp="1"/>
          </p:cNvSpPr>
          <p:nvPr>
            <p:ph sz="quarter" idx="15" hasCustomPrompt="1"/>
          </p:nvPr>
        </p:nvSpPr>
        <p:spPr>
          <a:xfrm>
            <a:off x="582484" y="1143000"/>
            <a:ext cx="10115679" cy="3474720"/>
          </a:xfrm>
        </p:spPr>
        <p:txBody>
          <a:bodyPr anchor="ctr">
            <a:noAutofit/>
          </a:bodyPr>
          <a:lstStyle>
            <a:lvl1pPr>
              <a:lnSpc>
                <a:spcPct val="90000"/>
              </a:lnSpc>
              <a:defRPr sz="28000"/>
            </a:lvl1pPr>
          </a:lstStyle>
          <a:p>
            <a:pPr lvl="0"/>
            <a:r>
              <a:rPr lang="en-US"/>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lvl1pPr algn="l" rtl="0">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lvl1pPr algn="r" rtl="0">
              <a:defRPr>
                <a:solidFill>
                  <a:schemeClr val="tx1"/>
                </a:solidFill>
              </a:defRPr>
            </a:lvl1pPr>
          </a:lstStyle>
          <a:p>
            <a:fld id="{154F04C1-B149-48D4-90B8-E64820B32F59}" type="datetime1">
              <a:rPr lang="en-US" smtClean="0"/>
              <a:t>10/12/2026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lvl1pPr algn="r" rtl="0">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651120387"/>
      </p:ext>
    </p:extLst>
  </p:cSld>
  <p:clrMapOvr>
    <a:overrideClrMapping bg1="dk1" tx1="lt1" bg2="dk2" tx2="lt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Number Large 2">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8FE73F6F-B481-328B-CE64-8485DC66B8EA}"/>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57D968F-BFC6-694E-9A7C-A113E7DEBF65}"/>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B77A14AD-A403-0816-9FED-F4E7BB405B17}"/>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4C5DE6E3-5C5B-04A2-6D84-63D852F6062A}"/>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13" name="Title 12">
            <a:extLst>
              <a:ext uri="{FF2B5EF4-FFF2-40B4-BE49-F238E27FC236}">
                <a16:creationId xmlns:a16="http://schemas.microsoft.com/office/drawing/2014/main" id="{6D258FD5-5B6B-DBB1-0F00-D02C71197F95}"/>
              </a:ext>
            </a:extLst>
          </p:cNvPr>
          <p:cNvSpPr>
            <a:spLocks noGrp="1"/>
          </p:cNvSpPr>
          <p:nvPr>
            <p:ph type="title"/>
          </p:nvPr>
        </p:nvSpPr>
        <p:spPr>
          <a:xfrm>
            <a:off x="612648" y="4859867"/>
            <a:ext cx="9144000" cy="1097280"/>
          </a:xfrm>
        </p:spPr>
        <p:txBody>
          <a:bodyPr anchor="t">
            <a:normAutofit/>
          </a:bodyPr>
          <a:lstStyle>
            <a:lvl1pPr>
              <a:lnSpc>
                <a:spcPct val="110000"/>
              </a:lnSpc>
              <a:defRPr sz="1800" cap="none" baseline="0"/>
            </a:lvl1pPr>
          </a:lstStyle>
          <a:p>
            <a:r>
              <a:rPr lang="en-US"/>
              <a:t>Click to edit Master title style</a:t>
            </a:r>
          </a:p>
        </p:txBody>
      </p:sp>
      <p:sp>
        <p:nvSpPr>
          <p:cNvPr id="8" name="Content Placeholder 12">
            <a:extLst>
              <a:ext uri="{FF2B5EF4-FFF2-40B4-BE49-F238E27FC236}">
                <a16:creationId xmlns:a16="http://schemas.microsoft.com/office/drawing/2014/main" id="{196BB08E-5668-89FF-C0AE-D8A83C783F77}"/>
              </a:ext>
            </a:extLst>
          </p:cNvPr>
          <p:cNvSpPr>
            <a:spLocks noGrp="1"/>
          </p:cNvSpPr>
          <p:nvPr>
            <p:ph sz="quarter" idx="15" hasCustomPrompt="1"/>
          </p:nvPr>
        </p:nvSpPr>
        <p:spPr>
          <a:xfrm>
            <a:off x="582484" y="1600199"/>
            <a:ext cx="9171115" cy="3259668"/>
          </a:xfrm>
        </p:spPr>
        <p:txBody>
          <a:bodyPr anchor="ctr">
            <a:noAutofit/>
          </a:bodyPr>
          <a:lstStyle>
            <a:lvl1pPr>
              <a:lnSpc>
                <a:spcPct val="90000"/>
              </a:lnSpc>
              <a:defRPr sz="28000"/>
            </a:lvl1pPr>
          </a:lstStyle>
          <a:p>
            <a:pPr lvl="0"/>
            <a:r>
              <a:rPr lang="en-US"/>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lvl1pPr>
              <a:defRPr>
                <a:solidFill>
                  <a:schemeClr val="tx1"/>
                </a:solidFill>
              </a:defRPr>
            </a:lvl1pPr>
          </a:lstStyle>
          <a:p>
            <a:fld id="{81AED7B4-8DB4-40B0-90CF-49D3708442C0}" type="datetime1">
              <a:rPr lang="en-US" smtClean="0"/>
              <a:t>10/12/2026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472743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Number Large 3">
    <p:bg>
      <p:bgPr>
        <a:solidFill>
          <a:schemeClr val="accent1">
            <a:lumMod val="50000"/>
          </a:schemeClr>
        </a:solidFill>
        <a:effectLst/>
      </p:bgPr>
    </p:bg>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132C402C-8B4C-3690-6875-FE157681B853}"/>
              </a:ext>
            </a:extLst>
          </p:cNvPr>
          <p:cNvSpPr>
            <a:spLocks noGrp="1"/>
          </p:cNvSpPr>
          <p:nvPr>
            <p:ph type="title"/>
          </p:nvPr>
        </p:nvSpPr>
        <p:spPr>
          <a:xfrm>
            <a:off x="612648" y="5257800"/>
            <a:ext cx="9144000" cy="868680"/>
          </a:xfrm>
        </p:spPr>
        <p:txBody>
          <a:bodyPr anchor="t">
            <a:normAutofit/>
          </a:bodyPr>
          <a:lstStyle>
            <a:lvl1pPr>
              <a:lnSpc>
                <a:spcPct val="110000"/>
              </a:lnSpc>
              <a:defRPr sz="1800" cap="none" baseline="0">
                <a:solidFill>
                  <a:schemeClr val="tx2"/>
                </a:solidFill>
              </a:defRPr>
            </a:lvl1pPr>
          </a:lstStyle>
          <a:p>
            <a:r>
              <a:rPr lang="en-US"/>
              <a:t>Click to edit Master title style</a:t>
            </a:r>
          </a:p>
        </p:txBody>
      </p:sp>
      <p:sp>
        <p:nvSpPr>
          <p:cNvPr id="14" name="Content Placeholder 12">
            <a:extLst>
              <a:ext uri="{FF2B5EF4-FFF2-40B4-BE49-F238E27FC236}">
                <a16:creationId xmlns:a16="http://schemas.microsoft.com/office/drawing/2014/main" id="{C80DC0CF-9044-3D55-7D8F-4CD97232E3E8}"/>
              </a:ext>
            </a:extLst>
          </p:cNvPr>
          <p:cNvSpPr>
            <a:spLocks noGrp="1"/>
          </p:cNvSpPr>
          <p:nvPr>
            <p:ph sz="quarter" idx="15" hasCustomPrompt="1"/>
          </p:nvPr>
        </p:nvSpPr>
        <p:spPr>
          <a:xfrm>
            <a:off x="582484" y="1143000"/>
            <a:ext cx="10115679" cy="3474720"/>
          </a:xfrm>
        </p:spPr>
        <p:txBody>
          <a:bodyPr anchor="ctr">
            <a:noAutofit/>
          </a:bodyPr>
          <a:lstStyle>
            <a:lvl1pPr>
              <a:lnSpc>
                <a:spcPct val="90000"/>
              </a:lnSpc>
              <a:defRPr sz="28000"/>
            </a:lvl1pPr>
          </a:lstStyle>
          <a:p>
            <a:pPr lvl="0"/>
            <a:r>
              <a:rPr lang="en-US"/>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p>
            <a:fld id="{F861E720-2EA4-4832-8DC2-DC3D2BDBB07C}" type="datetime1">
              <a:rPr lang="en-US" smtClean="0"/>
              <a:t>10/12/2026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
        <p:nvSpPr>
          <p:cNvPr id="6" name="Freeform: Shape 5">
            <a:extLst>
              <a:ext uri="{FF2B5EF4-FFF2-40B4-BE49-F238E27FC236}">
                <a16:creationId xmlns:a16="http://schemas.microsoft.com/office/drawing/2014/main" id="{1B480B90-B64C-0559-ACB2-7DBB57135C77}"/>
              </a:ext>
            </a:extLst>
          </p:cNvPr>
          <p:cNvSpPr/>
          <p:nvPr/>
        </p:nvSpPr>
        <p:spPr>
          <a:xfrm>
            <a:off x="11250895" y="4562062"/>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50" cap="flat">
            <a:solidFill>
              <a:schemeClr val="accent2"/>
            </a:solid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CD2E866D-D29F-1CC5-14B2-BB24F10745FE}"/>
              </a:ext>
            </a:extLst>
          </p:cNvPr>
          <p:cNvSpPr/>
          <p:nvPr/>
        </p:nvSpPr>
        <p:spPr>
          <a:xfrm>
            <a:off x="685800" y="4912557"/>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50" cap="flat">
            <a:solidFill>
              <a:schemeClr val="accent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8FA0DC7F-E416-CA3E-E389-945D5FA32CC9}"/>
              </a:ext>
            </a:extLst>
          </p:cNvPr>
          <p:cNvSpPr/>
          <p:nvPr/>
        </p:nvSpPr>
        <p:spPr>
          <a:xfrm>
            <a:off x="10998565" y="4644494"/>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50"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2D9CC5C-2252-AB09-49B5-FD1BE0E74E30}"/>
              </a:ext>
            </a:extLst>
          </p:cNvPr>
          <p:cNvSpPr/>
          <p:nvPr/>
        </p:nvSpPr>
        <p:spPr>
          <a:xfrm>
            <a:off x="10976145" y="4644499"/>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50" cap="flat">
            <a:solidFill>
              <a:schemeClr val="accent2"/>
            </a:solidFill>
            <a:prstDash val="solid"/>
            <a:miter/>
          </a:ln>
        </p:spPr>
        <p:txBody>
          <a:bodyPr rtlCol="0" anchor="ctr"/>
          <a:lstStyle/>
          <a:p>
            <a:endParaRPr lang="en-US"/>
          </a:p>
        </p:txBody>
      </p:sp>
    </p:spTree>
    <p:extLst>
      <p:ext uri="{BB962C8B-B14F-4D97-AF65-F5344CB8AC3E}">
        <p14:creationId xmlns:p14="http://schemas.microsoft.com/office/powerpoint/2010/main" val="2108005121"/>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tatement">
    <p:bg>
      <p:bgRef idx="1001">
        <a:schemeClr val="bg1"/>
      </p:bgRef>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B979D7E7-81D7-BD45-ADEC-E83F7EF73EC8}"/>
              </a:ext>
            </a:extLst>
          </p:cNvPr>
          <p:cNvSpPr/>
          <p:nvPr/>
        </p:nvSpPr>
        <p:spPr>
          <a:xfrm>
            <a:off x="11254003"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C6D6EAAA-843B-4F5B-47BF-3A0B75B59A45}"/>
              </a:ext>
            </a:extLst>
          </p:cNvPr>
          <p:cNvSpPr/>
          <p:nvPr/>
        </p:nvSpPr>
        <p:spPr>
          <a:xfrm>
            <a:off x="10866791"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D5A4CCB8-341A-D7B3-2B2F-C6943129C281}"/>
              </a:ext>
            </a:extLst>
          </p:cNvPr>
          <p:cNvSpPr/>
          <p:nvPr/>
        </p:nvSpPr>
        <p:spPr>
          <a:xfrm>
            <a:off x="11003886"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AA1B2662-9528-65C6-986B-EA4135BF4CA6}"/>
              </a:ext>
            </a:extLst>
          </p:cNvPr>
          <p:cNvSpPr/>
          <p:nvPr/>
        </p:nvSpPr>
        <p:spPr>
          <a:xfrm>
            <a:off x="10981626"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noAutofit/>
          </a:bodyPr>
          <a:lstStyle>
            <a:lvl1pPr>
              <a:defRPr sz="5400" b="0" i="0" cap="all" baseline="0">
                <a:solidFill>
                  <a:schemeClr val="accent1">
                    <a:lumMod val="50000"/>
                  </a:schemeClr>
                </a:solidFill>
                <a:latin typeface="+mj-lt"/>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09600" y="685800"/>
            <a:ext cx="10972800" cy="4514529"/>
          </a:xfrm>
        </p:spPr>
        <p:txBody>
          <a:bodyPr anchor="t">
            <a:noAutofit/>
          </a:bodyPr>
          <a:lstStyle>
            <a:lvl1pPr marL="0" indent="0">
              <a:lnSpc>
                <a:spcPct val="90000"/>
              </a:lnSpc>
              <a:buNone/>
              <a:defRPr sz="7000" b="0" i="0" cap="all" baseline="0">
                <a:latin typeface="+mn-lt"/>
              </a:defRPr>
            </a:lvl1pPr>
            <a:lvl2pPr marL="228600" indent="0">
              <a:lnSpc>
                <a:spcPct val="90000"/>
              </a:lnSpc>
              <a:buNone/>
              <a:defRPr sz="7000" b="0" i="0" cap="all" baseline="0">
                <a:latin typeface="+mn-lt"/>
              </a:defRPr>
            </a:lvl2pPr>
            <a:lvl3pPr marL="457200" indent="0">
              <a:lnSpc>
                <a:spcPct val="90000"/>
              </a:lnSpc>
              <a:buNone/>
              <a:defRPr sz="7000" b="0" i="0" cap="all" baseline="0">
                <a:latin typeface="+mn-lt"/>
              </a:defRPr>
            </a:lvl3pPr>
            <a:lvl4pPr marL="685800" indent="0">
              <a:lnSpc>
                <a:spcPct val="90000"/>
              </a:lnSpc>
              <a:buNone/>
              <a:defRPr sz="7000" b="0" i="0" cap="all" baseline="0">
                <a:latin typeface="+mn-lt"/>
              </a:defRPr>
            </a:lvl4pPr>
            <a:lvl5pPr marL="914400" indent="0">
              <a:lnSpc>
                <a:spcPct val="90000"/>
              </a:lnSpc>
              <a:buNone/>
              <a:defRPr sz="7000" b="0" i="0" cap="all" baseline="0">
                <a:latin typeface="+mn-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noAutofit/>
          </a:bodyPr>
          <a:lstStyle/>
          <a:p>
            <a:fld id="{AB608D6C-D0F1-479F-911E-8569D2F1ED15}" type="datetime1">
              <a:rPr lang="en-US" smtClean="0"/>
              <a:t>10/12/2026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51112780"/>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2">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70572EAA-9C03-6737-7961-89F7D9E127AC}"/>
              </a:ext>
            </a:extLst>
          </p:cNvPr>
          <p:cNvSpPr/>
          <p:nvPr/>
        </p:nvSpPr>
        <p:spPr>
          <a:xfrm>
            <a:off x="11250895" y="5430148"/>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5D2A1F66-1FB1-8357-178D-CB1C0F8B7E56}"/>
              </a:ext>
            </a:extLst>
          </p:cNvPr>
          <p:cNvSpPr/>
          <p:nvPr/>
        </p:nvSpPr>
        <p:spPr>
          <a:xfrm>
            <a:off x="685800" y="5780643"/>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AD8E75-63C0-8CE8-7E5A-37E4E429140F}"/>
              </a:ext>
            </a:extLst>
          </p:cNvPr>
          <p:cNvSpPr/>
          <p:nvPr/>
        </p:nvSpPr>
        <p:spPr>
          <a:xfrm>
            <a:off x="10998565" y="5512580"/>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9DF1B2A2-FEB2-CC42-0F0F-71CD13535424}"/>
              </a:ext>
            </a:extLst>
          </p:cNvPr>
          <p:cNvSpPr/>
          <p:nvPr/>
        </p:nvSpPr>
        <p:spPr>
          <a:xfrm>
            <a:off x="10976145" y="5512585"/>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noAutofit/>
          </a:bodyPr>
          <a:lstStyle>
            <a:lvl1pPr>
              <a:defRPr sz="5400" b="0" i="0" cap="all" baseline="0">
                <a:solidFill>
                  <a:schemeClr val="accent1">
                    <a:lumMod val="50000"/>
                  </a:schemeClr>
                </a:solidFill>
                <a:latin typeface="+mj-lt"/>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85800"/>
            <a:ext cx="10972800" cy="4572000"/>
          </a:xfrm>
        </p:spPr>
        <p:txBody>
          <a:bodyPr vert="horz" lIns="91440" tIns="45720" rIns="91440" bIns="45720" rtlCol="0" anchor="t">
            <a:noAutofit/>
          </a:bodyPr>
          <a:lstStyle>
            <a:lvl1pPr marL="0" indent="0">
              <a:lnSpc>
                <a:spcPct val="90000"/>
              </a:lnSpc>
              <a:buNone/>
              <a:defRPr lang="en-US" sz="7000" b="0" i="0" cap="all" baseline="0" dirty="0">
                <a:latin typeface="+mn-lt"/>
              </a:defRPr>
            </a:lvl1pPr>
            <a:lvl2pPr marL="228600" indent="0">
              <a:lnSpc>
                <a:spcPct val="90000"/>
              </a:lnSpc>
              <a:buNone/>
              <a:defRPr lang="en-US" sz="7000" b="0" i="0" cap="all" baseline="0" dirty="0">
                <a:latin typeface="+mn-lt"/>
              </a:defRPr>
            </a:lvl2pPr>
            <a:lvl3pPr marL="457200" indent="0">
              <a:lnSpc>
                <a:spcPct val="90000"/>
              </a:lnSpc>
              <a:buNone/>
              <a:defRPr lang="en-US" sz="7000" b="0" i="0" cap="all" baseline="0" dirty="0">
                <a:latin typeface="+mn-lt"/>
              </a:defRPr>
            </a:lvl3pPr>
            <a:lvl4pPr marL="685800" indent="0">
              <a:lnSpc>
                <a:spcPct val="90000"/>
              </a:lnSpc>
              <a:buNone/>
              <a:defRPr lang="en-US" sz="7000" b="0" i="0" cap="all" baseline="0" dirty="0">
                <a:latin typeface="+mn-lt"/>
              </a:defRPr>
            </a:lvl4pPr>
            <a:lvl5pPr marL="914400" indent="0">
              <a:lnSpc>
                <a:spcPct val="90000"/>
              </a:lnSpc>
              <a:buNone/>
              <a:defRPr lang="en-US" sz="7000" b="0" i="0" cap="all" baseline="0" dirty="0">
                <a:latin typeface="+mn-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noAutofit/>
          </a:bodyPr>
          <a:lstStyle/>
          <a:p>
            <a:fld id="{CBCFCC67-CBC1-48BE-A467-33E284003C9C}" type="datetime1">
              <a:rPr lang="en-US" smtClean="0"/>
              <a:t>10/12/2026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594551634"/>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tx2"/>
        </a:solidFill>
        <a:effectLst/>
      </p:bgPr>
    </p:bg>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22479" y="685800"/>
            <a:ext cx="9140953" cy="2699775"/>
          </a:xfrm>
        </p:spPr>
        <p:txBody>
          <a:bodyPr anchor="t">
            <a:noAutofit/>
          </a:bodyPr>
          <a:lstStyle>
            <a:lvl1pPr marL="164592" indent="-164592">
              <a:lnSpc>
                <a:spcPct val="100000"/>
              </a:lnSpc>
              <a:spcBef>
                <a:spcPts val="0"/>
              </a:spcBef>
              <a:buNone/>
              <a:defRPr sz="5400" b="0" i="0" cap="all" baseline="0">
                <a:solidFill>
                  <a:schemeClr val="bg2"/>
                </a:solidFill>
                <a:latin typeface="+mj-lt"/>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3BF01E07-9F97-42AE-9FE9-3EAD856BDB2A}" type="datetime1">
              <a:rPr lang="en-US" smtClean="0"/>
              <a:t>10/12/2026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8" name="Freeform: Shape 7">
            <a:extLst>
              <a:ext uri="{FF2B5EF4-FFF2-40B4-BE49-F238E27FC236}">
                <a16:creationId xmlns:a16="http://schemas.microsoft.com/office/drawing/2014/main" id="{FE594965-EF4A-40C0-FED1-CF5564CED970}"/>
              </a:ext>
            </a:extLst>
          </p:cNvPr>
          <p:cNvSpPr/>
          <p:nvPr/>
        </p:nvSpPr>
        <p:spPr>
          <a:xfrm>
            <a:off x="11250895" y="4562061"/>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69DE90F9-432C-AEEC-88D5-177A0E299391}"/>
              </a:ext>
            </a:extLst>
          </p:cNvPr>
          <p:cNvSpPr/>
          <p:nvPr/>
        </p:nvSpPr>
        <p:spPr>
          <a:xfrm>
            <a:off x="685800" y="4912556"/>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78ECD3CD-C697-A46B-71F2-D64BD77C395C}"/>
              </a:ext>
            </a:extLst>
          </p:cNvPr>
          <p:cNvSpPr/>
          <p:nvPr/>
        </p:nvSpPr>
        <p:spPr>
          <a:xfrm>
            <a:off x="10998565" y="4644493"/>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46793A7-6512-567E-DAFF-BB4A63B89DC3}"/>
              </a:ext>
            </a:extLst>
          </p:cNvPr>
          <p:cNvSpPr/>
          <p:nvPr/>
        </p:nvSpPr>
        <p:spPr>
          <a:xfrm>
            <a:off x="10976145" y="4644498"/>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6" name="Title 5">
            <a:extLst>
              <a:ext uri="{FF2B5EF4-FFF2-40B4-BE49-F238E27FC236}">
                <a16:creationId xmlns:a16="http://schemas.microsoft.com/office/drawing/2014/main" id="{A66A0D5A-6B2D-15B8-4FC0-30535DF01217}"/>
              </a:ext>
            </a:extLst>
          </p:cNvPr>
          <p:cNvSpPr>
            <a:spLocks noGrp="1"/>
          </p:cNvSpPr>
          <p:nvPr>
            <p:ph type="title" hasCustomPrompt="1"/>
          </p:nvPr>
        </p:nvSpPr>
        <p:spPr>
          <a:xfrm>
            <a:off x="612648" y="5486398"/>
            <a:ext cx="10058400" cy="669473"/>
          </a:xfrm>
        </p:spPr>
        <p:txBody>
          <a:bodyPr anchor="ctr">
            <a:normAutofit/>
          </a:bodyPr>
          <a:lstStyle>
            <a:lvl1pPr>
              <a:lnSpc>
                <a:spcPct val="120000"/>
              </a:lnSpc>
              <a:defRPr sz="1800" cap="none" baseline="0">
                <a:solidFill>
                  <a:schemeClr val="bg2"/>
                </a:solidFill>
              </a:defRPr>
            </a:lvl1pPr>
          </a:lstStyle>
          <a:p>
            <a:r>
              <a:rPr lang="en-US"/>
              <a:t>Quote Author</a:t>
            </a:r>
          </a:p>
        </p:txBody>
      </p:sp>
    </p:spTree>
    <p:extLst>
      <p:ext uri="{BB962C8B-B14F-4D97-AF65-F5344CB8AC3E}">
        <p14:creationId xmlns:p14="http://schemas.microsoft.com/office/powerpoint/2010/main" val="179918211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accent4"/>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7D86F34B-87C2-AC58-5483-78C0E5DB477C}"/>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bg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CB6B59A7-7C3C-7431-CC9A-51EFBA257959}"/>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bg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2D0661-BB9A-E751-A4EB-2C95BF96A560}"/>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bg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F09A5AB9-86E5-2BD1-8EFC-49C204619282}"/>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bg2"/>
            </a:solidFill>
            <a:prstDash val="solid"/>
            <a:miter/>
          </a:ln>
        </p:spPr>
        <p:txBody>
          <a:bodyPr rtlCol="0" anchor="ctr"/>
          <a:lstStyle/>
          <a:p>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7" y="1600200"/>
            <a:ext cx="10055353" cy="3657601"/>
          </a:xfrm>
        </p:spPr>
        <p:txBody>
          <a:bodyPr anchor="b">
            <a:noAutofit/>
          </a:bodyPr>
          <a:lstStyle>
            <a:lvl1pPr marL="164592" indent="-164592">
              <a:lnSpc>
                <a:spcPct val="100000"/>
              </a:lnSpc>
              <a:spcBef>
                <a:spcPts val="0"/>
              </a:spcBef>
              <a:buNone/>
              <a:defRPr sz="5400" b="0" i="0" cap="all" baseline="0">
                <a:solidFill>
                  <a:schemeClr val="bg2"/>
                </a:solidFill>
                <a:latin typeface="+mj-lt"/>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D34B2334-B27F-4DA0-8A92-599603070D6B}" type="datetime1">
              <a:rPr lang="en-US" smtClean="0"/>
              <a:t>10/12/2026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13" name="Title 5">
            <a:extLst>
              <a:ext uri="{FF2B5EF4-FFF2-40B4-BE49-F238E27FC236}">
                <a16:creationId xmlns:a16="http://schemas.microsoft.com/office/drawing/2014/main" id="{A4A8879E-F637-BA38-C325-517B59E125EE}"/>
              </a:ext>
            </a:extLst>
          </p:cNvPr>
          <p:cNvSpPr>
            <a:spLocks noGrp="1"/>
          </p:cNvSpPr>
          <p:nvPr>
            <p:ph type="title" hasCustomPrompt="1"/>
          </p:nvPr>
        </p:nvSpPr>
        <p:spPr>
          <a:xfrm>
            <a:off x="612648" y="5486398"/>
            <a:ext cx="10058400" cy="669473"/>
          </a:xfrm>
        </p:spPr>
        <p:txBody>
          <a:bodyPr anchor="ctr">
            <a:normAutofit/>
          </a:bodyPr>
          <a:lstStyle>
            <a:lvl1pPr>
              <a:lnSpc>
                <a:spcPct val="120000"/>
              </a:lnSpc>
              <a:defRPr sz="1800" cap="none" baseline="0">
                <a:solidFill>
                  <a:schemeClr val="bg2"/>
                </a:solidFill>
              </a:defRPr>
            </a:lvl1pPr>
          </a:lstStyle>
          <a:p>
            <a:r>
              <a:rPr lang="en-US"/>
              <a:t>Quote Author</a:t>
            </a:r>
          </a:p>
        </p:txBody>
      </p:sp>
    </p:spTree>
    <p:extLst>
      <p:ext uri="{BB962C8B-B14F-4D97-AF65-F5344CB8AC3E}">
        <p14:creationId xmlns:p14="http://schemas.microsoft.com/office/powerpoint/2010/main" val="2160219630"/>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3">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20ED10B2-4172-93C9-B408-242DDBA504A8}"/>
              </a:ext>
            </a:extLst>
          </p:cNvPr>
          <p:cNvSpPr/>
          <p:nvPr/>
        </p:nvSpPr>
        <p:spPr>
          <a:xfrm>
            <a:off x="11250895" y="5430148"/>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4CF4AA95-C597-81F0-35EA-96B5BA7A12BB}"/>
              </a:ext>
            </a:extLst>
          </p:cNvPr>
          <p:cNvSpPr/>
          <p:nvPr/>
        </p:nvSpPr>
        <p:spPr>
          <a:xfrm>
            <a:off x="685800" y="5780643"/>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A37871-D86F-9BA6-1D96-9B3392C2F247}"/>
              </a:ext>
            </a:extLst>
          </p:cNvPr>
          <p:cNvSpPr/>
          <p:nvPr/>
        </p:nvSpPr>
        <p:spPr>
          <a:xfrm>
            <a:off x="10998565" y="5512580"/>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B203EFA-FE43-9B63-5768-4A3FD1509639}"/>
              </a:ext>
            </a:extLst>
          </p:cNvPr>
          <p:cNvSpPr/>
          <p:nvPr/>
        </p:nvSpPr>
        <p:spPr>
          <a:xfrm>
            <a:off x="10976145" y="5512585"/>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868680"/>
            <a:ext cx="9140952" cy="3660746"/>
          </a:xfrm>
        </p:spPr>
        <p:txBody>
          <a:bodyPr anchor="ctr">
            <a:noAutofit/>
          </a:bodyPr>
          <a:lstStyle>
            <a:lvl1pPr marL="164592" indent="-164592">
              <a:lnSpc>
                <a:spcPct val="110000"/>
              </a:lnSpc>
              <a:spcBef>
                <a:spcPts val="0"/>
              </a:spcBef>
              <a:buNone/>
              <a:defRPr sz="5400" b="0" i="0" cap="all" baseline="0">
                <a:solidFill>
                  <a:schemeClr val="bg2"/>
                </a:solidFill>
                <a:latin typeface="+mj-lt"/>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D9B8D85F-DE7D-4C09-9BDD-03377313F809}" type="datetime1">
              <a:rPr lang="en-US" smtClean="0"/>
              <a:t>10/12/2026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13" name="Title 12">
            <a:extLst>
              <a:ext uri="{FF2B5EF4-FFF2-40B4-BE49-F238E27FC236}">
                <a16:creationId xmlns:a16="http://schemas.microsoft.com/office/drawing/2014/main" id="{F259B8E5-883A-B6CE-4C6C-F6F48B038CDE}"/>
              </a:ext>
            </a:extLst>
          </p:cNvPr>
          <p:cNvSpPr>
            <a:spLocks noGrp="1"/>
          </p:cNvSpPr>
          <p:nvPr>
            <p:ph type="title" hasCustomPrompt="1"/>
          </p:nvPr>
        </p:nvSpPr>
        <p:spPr>
          <a:xfrm>
            <a:off x="612648" y="4617720"/>
            <a:ext cx="9140951" cy="788609"/>
          </a:xfrm>
        </p:spPr>
        <p:txBody>
          <a:bodyPr anchor="t">
            <a:normAutofit/>
          </a:bodyPr>
          <a:lstStyle>
            <a:lvl1pPr>
              <a:lnSpc>
                <a:spcPct val="120000"/>
              </a:lnSpc>
              <a:defRPr sz="1800" cap="none" baseline="0">
                <a:solidFill>
                  <a:schemeClr val="bg2"/>
                </a:solidFill>
              </a:defRPr>
            </a:lvl1pPr>
          </a:lstStyle>
          <a:p>
            <a:r>
              <a:rPr lang="en-US"/>
              <a:t>Quote Author</a:t>
            </a:r>
          </a:p>
        </p:txBody>
      </p:sp>
    </p:spTree>
    <p:extLst>
      <p:ext uri="{BB962C8B-B14F-4D97-AF65-F5344CB8AC3E}">
        <p14:creationId xmlns:p14="http://schemas.microsoft.com/office/powerpoint/2010/main" val="229188047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3655" cy="1133170"/>
          </a:xfrm>
        </p:spPr>
        <p:txBody>
          <a:bodyPr anchor="b">
            <a:noAutofit/>
          </a:bodyPr>
          <a:lstStyle/>
          <a:p>
            <a:r>
              <a:rPr lang="en-US"/>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965960"/>
            <a:ext cx="5074920" cy="419576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470969" y="1965960"/>
            <a:ext cx="5075237" cy="419576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68CAF44C-1683-44E3-97C5-DF51C69BF7AA}" type="datetime1">
              <a:rPr lang="en-US" smtClean="0"/>
              <a:t>10/12/2026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79024391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FA77448-F1DA-CAC1-9B05-8F5CE65586ED}"/>
              </a:ext>
            </a:extLst>
          </p:cNvPr>
          <p:cNvSpPr>
            <a:spLocks noGrp="1"/>
          </p:cNvSpPr>
          <p:nvPr>
            <p:ph type="title"/>
          </p:nvPr>
        </p:nvSpPr>
        <p:spPr>
          <a:xfrm>
            <a:off x="612647" y="685800"/>
            <a:ext cx="10963655" cy="1133170"/>
          </a:xfrm>
        </p:spPr>
        <p:txBody>
          <a:bodyPr anchor="b">
            <a:noAutofit/>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40080" y="1878566"/>
            <a:ext cx="5074920" cy="559834"/>
          </a:xfrm>
        </p:spPr>
        <p:txBody>
          <a:bodyPr anchor="b">
            <a:no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497572" y="1878566"/>
            <a:ext cx="5075556" cy="559834"/>
          </a:xfrm>
        </p:spPr>
        <p:txBody>
          <a:bodyPr anchor="b">
            <a:no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514600"/>
            <a:ext cx="5075238" cy="36591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497572" y="2514600"/>
            <a:ext cx="5075556" cy="36591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noAutofit/>
          </a:bodyPr>
          <a:lstStyle/>
          <a:p>
            <a:r>
              <a:rPr lang="en-US"/>
              <a:t>Sample Footer Text</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noAutofit/>
          </a:bodyPr>
          <a:lstStyle/>
          <a:p>
            <a:fld id="{CD150565-788C-402B-B078-3F96B9A231B8}" type="datetime1">
              <a:rPr lang="en-US" smtClean="0"/>
              <a:t>10/12/2026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8535362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F5184-1DAA-DFF4-A408-3D5DD1517148}"/>
              </a:ext>
            </a:extLst>
          </p:cNvPr>
          <p:cNvSpPr>
            <a:spLocks noGrp="1"/>
          </p:cNvSpPr>
          <p:nvPr>
            <p:ph type="title"/>
          </p:nvPr>
        </p:nvSpPr>
        <p:spPr>
          <a:xfrm>
            <a:off x="612647" y="685800"/>
            <a:ext cx="10963655" cy="1133170"/>
          </a:xfrm>
        </p:spPr>
        <p:txBody>
          <a:bodyPr anchor="b">
            <a:noAutofit/>
          </a:body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noAutofit/>
          </a:bodyPr>
          <a:lstStyle/>
          <a:p>
            <a:fld id="{D7B20C69-CB4E-44F7-A408-67C55627795C}" type="datetime1">
              <a:rPr lang="en-US" smtClean="0"/>
              <a:t>10/12/2026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48815250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noAutofit/>
          </a:body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noAutofit/>
          </a:bodyPr>
          <a:lstStyle/>
          <a:p>
            <a:fld id="{A0C8FE45-F91B-4375-B362-4DC6F9A2A304}" type="datetime1">
              <a:rPr lang="en-US" smtClean="0"/>
              <a:t>10/12/2026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12599015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A9EA653-B766-E096-036C-1C173E2991BD}"/>
              </a:ext>
            </a:extLst>
          </p:cNvPr>
          <p:cNvSpPr>
            <a:spLocks noGrp="1"/>
          </p:cNvSpPr>
          <p:nvPr>
            <p:ph type="title"/>
          </p:nvPr>
        </p:nvSpPr>
        <p:spPr>
          <a:xfrm>
            <a:off x="612647" y="685800"/>
            <a:ext cx="3654553" cy="3643916"/>
          </a:xfrm>
        </p:spPr>
        <p:txBody>
          <a:bodyPr anchor="t">
            <a:noAutofit/>
          </a:bodyPr>
          <a:lstStyle>
            <a:lvl1pPr>
              <a:defRPr sz="3600"/>
            </a:lvl1pPr>
          </a:lstStyle>
          <a:p>
            <a:r>
              <a:rPr lang="en-US"/>
              <a:t>Click to edit Master title style</a:t>
            </a:r>
          </a:p>
        </p:txBody>
      </p:sp>
      <p:sp>
        <p:nvSpPr>
          <p:cNvPr id="9" name="Text Placeholder 3">
            <a:extLst>
              <a:ext uri="{FF2B5EF4-FFF2-40B4-BE49-F238E27FC236}">
                <a16:creationId xmlns:a16="http://schemas.microsoft.com/office/drawing/2014/main" id="{31845593-CC30-27D6-3F82-E2BA784C49F2}"/>
              </a:ext>
            </a:extLst>
          </p:cNvPr>
          <p:cNvSpPr>
            <a:spLocks noGrp="1"/>
          </p:cNvSpPr>
          <p:nvPr>
            <p:ph type="body" sz="half" idx="2"/>
          </p:nvPr>
        </p:nvSpPr>
        <p:spPr>
          <a:xfrm>
            <a:off x="612647" y="4526280"/>
            <a:ext cx="3654553" cy="1621111"/>
          </a:xfrm>
        </p:spPr>
        <p:txBody>
          <a:bodyPr anchor="b">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76801" y="685800"/>
            <a:ext cx="6699502" cy="5486400"/>
          </a:xfrm>
        </p:spPr>
        <p:txBody>
          <a:bodyPr vert="horz" lIns="91440" tIns="45720" rIns="91440" bIns="45720" rtlCol="0">
            <a:noAutofit/>
          </a:bodyPr>
          <a:lstStyle>
            <a:lvl1pPr>
              <a:defRPr lang="en-US" sz="1400" dirty="0"/>
            </a:lvl1pPr>
            <a:lvl2pPr>
              <a:defRPr lang="en-US" sz="1400" dirty="0"/>
            </a:lvl2pPr>
            <a:lvl3pPr>
              <a:defRPr lang="en-US" sz="1400" dirty="0"/>
            </a:lvl3pPr>
            <a:lvl4pPr>
              <a:defRPr lang="en-US" sz="1400" dirty="0"/>
            </a:lvl4pPr>
            <a:lvl5pPr>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noAutofit/>
          </a:bodyPr>
          <a:lstStyle/>
          <a:p>
            <a:fld id="{572A1522-8F1E-408E-ABA2-6F5B206582B8}" type="datetime1">
              <a:rPr lang="en-US" smtClean="0"/>
              <a:t>10/12/2026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27365434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7" y="685800"/>
            <a:ext cx="3654553" cy="3643916"/>
          </a:xfrm>
        </p:spPr>
        <p:txBody>
          <a:bodyPr anchor="t">
            <a:noAutofit/>
          </a:bodyPr>
          <a:lstStyle>
            <a:lvl1pPr>
              <a:defRPr sz="54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7" y="4526280"/>
            <a:ext cx="3654553" cy="1621111"/>
          </a:xfrm>
        </p:spPr>
        <p:txBody>
          <a:bodyPr anchor="b">
            <a:no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4872039" y="685800"/>
            <a:ext cx="6699502" cy="5442639"/>
          </a:xfrm>
          <a:blipFill>
            <a:blip r:embed="rId2">
              <a:alphaModFix amt="60000"/>
            </a:blip>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noAutofit/>
          </a:bodyPr>
          <a:lstStyle/>
          <a:p>
            <a:fld id="{3E19A776-5AE6-4251-8560-C6066D0B46D6}" type="datetime1">
              <a:rPr lang="en-US" smtClean="0"/>
              <a:t>10/12/2026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53188313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10972800" cy="1828800"/>
          </a:xfrm>
        </p:spPr>
        <p:txBody>
          <a:bodyPr anchor="b">
            <a:noAutofit/>
          </a:bodyPr>
          <a:lstStyle>
            <a:lvl1pPr>
              <a:defRPr sz="90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429000"/>
            <a:ext cx="10972800" cy="2743198"/>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A07EC6D5-3C89-D412-4A74-4DD843571D29}"/>
              </a:ext>
            </a:extLst>
          </p:cNvPr>
          <p:cNvCxnSpPr/>
          <p:nvPr userDrawn="1"/>
        </p:nvCxnSpPr>
        <p:spPr>
          <a:xfrm>
            <a:off x="621792" y="2895600"/>
            <a:ext cx="109636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195FFA61-E651-4E50-A159-710A5ED7E6FE}" type="datetime1">
              <a:rPr lang="en-US" smtClean="0"/>
              <a:t>10/12/2026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94120587"/>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FAB975A1-C2E9-D1D4-3C6F-7296B13798B1}"/>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B243F218-F67B-B464-9035-A6AA389E6224}"/>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61F0E05A-E796-C1AE-DCB2-706459874FC1}"/>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BC863187-9C01-45D7-5737-0DEACAA80C83}"/>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8226424" cy="3725056"/>
          </a:xfrm>
        </p:spPr>
        <p:txBody>
          <a:bodyPr anchor="b">
            <a:noAutofit/>
          </a:bodyPr>
          <a:lstStyle>
            <a:lvl1pPr>
              <a:defRPr sz="90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7" y="4572000"/>
            <a:ext cx="8226424" cy="1608008"/>
          </a:xfrm>
        </p:spPr>
        <p:txBody>
          <a:bodyPr>
            <a:noAutofit/>
          </a:bodyPr>
          <a:lstStyle>
            <a:lvl1pPr marL="0" indent="0">
              <a:buNone/>
              <a:defRPr sz="1800"/>
            </a:lvl1pPr>
            <a:lvl2pPr marL="228600" indent="0">
              <a:buNone/>
              <a:defRPr sz="1800"/>
            </a:lvl2pPr>
            <a:lvl3pPr marL="457200" indent="0">
              <a:buNone/>
              <a:defRPr sz="1800"/>
            </a:lvl3pPr>
            <a:lvl4pPr marL="685800" indent="0">
              <a:buNone/>
              <a:defRPr sz="1800"/>
            </a:lvl4pPr>
            <a:lvl5pPr marL="914400" indent="0">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8E9E0D87-B7D0-4C2E-BAD1-97A555313A20}" type="datetime1">
              <a:rPr lang="en-US" smtClean="0"/>
              <a:t>10/12/2026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910536453"/>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685799"/>
            <a:ext cx="10963655" cy="914401"/>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600200"/>
            <a:ext cx="10963656" cy="45720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7" y="6343955"/>
            <a:ext cx="2805405" cy="365125"/>
          </a:xfrm>
          <a:prstGeom prst="rect">
            <a:avLst/>
          </a:prstGeom>
        </p:spPr>
        <p:txBody>
          <a:bodyPr vert="horz" lIns="91440" tIns="45720" rIns="91440" bIns="45720" rtlCol="0" anchor="ctr">
            <a:normAutofit/>
          </a:bodyPr>
          <a:lstStyle>
            <a:lvl1pPr algn="l" rtl="0">
              <a:defRPr sz="800" b="0" i="0" cap="all" baseline="0">
                <a:solidFill>
                  <a:schemeClr val="tx1"/>
                </a:solidFill>
                <a:latin typeface="+mn-lt"/>
              </a:defRPr>
            </a:lvl1pPr>
          </a:lstStyle>
          <a:p>
            <a:r>
              <a:rPr lang="en-US"/>
              <a:t>Sample Footer Text</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normAutofit/>
          </a:bodyPr>
          <a:lstStyle>
            <a:lvl1pPr algn="r" rtl="0">
              <a:defRPr sz="800" b="0" i="0" cap="all" baseline="0">
                <a:solidFill>
                  <a:schemeClr val="tx1"/>
                </a:solidFill>
                <a:latin typeface="+mn-lt"/>
              </a:defRPr>
            </a:lvl1pPr>
          </a:lstStyle>
          <a:p>
            <a:fld id="{29814657-813A-4D7B-A2F8-E573BA1645D3}" type="datetime1">
              <a:rPr lang="en-US" smtClean="0"/>
              <a:t>10/12/2026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normAutofit/>
          </a:bodyPr>
          <a:lstStyle>
            <a:lvl1pPr algn="r" rtl="0">
              <a:defRPr sz="800" b="0" i="0" cap="all" baseline="0">
                <a:solidFill>
                  <a:schemeClr val="tx1"/>
                </a:solidFill>
                <a:latin typeface="+mn-lt"/>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889949673"/>
      </p:ext>
    </p:extLst>
  </p:cSld>
  <p:clrMap bg1="lt1" tx1="dk1" bg2="lt2" tx2="dk2" accent1="accent1" accent2="accent2" accent3="accent3" accent4="accent4" accent5="accent5" accent6="accent6" hlink="hlink" folHlink="folHlink"/>
  <p:sldLayoutIdLst>
    <p:sldLayoutId id="2147484119" r:id="rId1"/>
    <p:sldLayoutId id="2147484115" r:id="rId2"/>
    <p:sldLayoutId id="2147484114" r:id="rId3"/>
    <p:sldLayoutId id="2147484116" r:id="rId4"/>
    <p:sldLayoutId id="2147484117" r:id="rId5"/>
    <p:sldLayoutId id="2147484118" r:id="rId6"/>
    <p:sldLayoutId id="2147484120" r:id="rId7"/>
    <p:sldLayoutId id="2147484121" r:id="rId8"/>
    <p:sldLayoutId id="2147484122" r:id="rId9"/>
    <p:sldLayoutId id="2147484169" r:id="rId10"/>
    <p:sldLayoutId id="2147484124" r:id="rId11"/>
    <p:sldLayoutId id="2147484125" r:id="rId12"/>
    <p:sldLayoutId id="2147484126" r:id="rId13"/>
    <p:sldLayoutId id="2147484127" r:id="rId14"/>
    <p:sldLayoutId id="2147484128" r:id="rId15"/>
    <p:sldLayoutId id="2147484129" r:id="rId16"/>
    <p:sldLayoutId id="2147484130" r:id="rId17"/>
    <p:sldLayoutId id="2147484131" r:id="rId18"/>
    <p:sldLayoutId id="2147484132" r:id="rId19"/>
    <p:sldLayoutId id="2147484133" r:id="rId20"/>
    <p:sldLayoutId id="2147484134" r:id="rId21"/>
    <p:sldLayoutId id="2147484135" r:id="rId22"/>
    <p:sldLayoutId id="2147484136" r:id="rId23"/>
    <p:sldLayoutId id="2147484137" r:id="rId24"/>
    <p:sldLayoutId id="2147484138" r:id="rId25"/>
    <p:sldLayoutId id="2147484139" r:id="rId26"/>
    <p:sldLayoutId id="2147484140" r:id="rId27"/>
    <p:sldLayoutId id="2147484141" r:id="rId28"/>
    <p:sldLayoutId id="2147484142" r:id="rId29"/>
    <p:sldLayoutId id="2147484143" r:id="rId30"/>
    <p:sldLayoutId id="2147484144" r:id="rId31"/>
    <p:sldLayoutId id="2147484145" r:id="rId32"/>
    <p:sldLayoutId id="2147484146" r:id="rId33"/>
    <p:sldLayoutId id="2147484147" r:id="rId34"/>
    <p:sldLayoutId id="2147484148" r:id="rId35"/>
    <p:sldLayoutId id="2147484149" r:id="rId36"/>
    <p:sldLayoutId id="2147484150" r:id="rId37"/>
    <p:sldLayoutId id="2147484152" r:id="rId38"/>
    <p:sldLayoutId id="2147484153" r:id="rId39"/>
    <p:sldLayoutId id="2147484157" r:id="rId40"/>
    <p:sldLayoutId id="2147484158" r:id="rId41"/>
    <p:sldLayoutId id="2147484159" r:id="rId42"/>
    <p:sldLayoutId id="2147484160" r:id="rId43"/>
    <p:sldLayoutId id="2147484161" r:id="rId44"/>
    <p:sldLayoutId id="2147484162" r:id="rId45"/>
    <p:sldLayoutId id="2147484163" r:id="rId46"/>
    <p:sldLayoutId id="2147484164" r:id="rId47"/>
    <p:sldLayoutId id="2147484165" r:id="rId48"/>
    <p:sldLayoutId id="2147484166" r:id="rId49"/>
    <p:sldLayoutId id="2147484167" r:id="rId50"/>
    <p:sldLayoutId id="2147484168" r:id="rId51"/>
  </p:sldLayoutIdLst>
  <p:hf sldNum="0" hdr="0" ftr="0" dt="0"/>
  <p:txStyles>
    <p:titleStyle>
      <a:lvl1pPr algn="l" defTabSz="914400" rtl="0" eaLnBrk="1" latinLnBrk="0" hangingPunct="1">
        <a:lnSpc>
          <a:spcPct val="80000"/>
        </a:lnSpc>
        <a:spcBef>
          <a:spcPct val="0"/>
        </a:spcBef>
        <a:buNone/>
        <a:defRPr sz="5400" b="0" i="0" kern="1200" cap="all" spc="0" baseline="0">
          <a:solidFill>
            <a:schemeClr val="tx2"/>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defRPr sz="1800" b="0" i="0" kern="1200">
          <a:solidFill>
            <a:schemeClr val="tx2"/>
          </a:solidFill>
          <a:latin typeface="+mn-lt"/>
          <a:ea typeface="+mn-ea"/>
          <a:cs typeface="+mn-cs"/>
        </a:defRPr>
      </a:lvl1pPr>
      <a:lvl2pPr marL="228600" indent="0" algn="l" defTabSz="914400" rtl="0" eaLnBrk="1" latinLnBrk="0" hangingPunct="1">
        <a:lnSpc>
          <a:spcPct val="100000"/>
        </a:lnSpc>
        <a:spcBef>
          <a:spcPts val="500"/>
        </a:spcBef>
        <a:buFont typeface="Arial" panose="020B0604020202020204" pitchFamily="34" charset="0"/>
        <a:buNone/>
        <a:defRPr sz="1600" b="0" i="0" kern="1200">
          <a:solidFill>
            <a:schemeClr val="tx2"/>
          </a:solidFill>
          <a:latin typeface="+mn-lt"/>
          <a:ea typeface="+mn-ea"/>
          <a:cs typeface="+mn-cs"/>
        </a:defRPr>
      </a:lvl2pPr>
      <a:lvl3pPr marL="4572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3pPr>
      <a:lvl4pPr marL="6858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4pPr>
      <a:lvl5pPr marL="9144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7" orient="horz" pos="2160">
          <p15:clr>
            <a:srgbClr val="F26B43"/>
          </p15:clr>
        </p15:guide>
        <p15:guide id="28" pos="3840">
          <p15:clr>
            <a:srgbClr val="F26B43"/>
          </p15:clr>
        </p15:guide>
        <p15:guide id="29" pos="7296">
          <p15:clr>
            <a:srgbClr val="F26B43"/>
          </p15:clr>
        </p15:guide>
        <p15:guide id="30" pos="38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gif"/><Relationship Id="rId1" Type="http://schemas.openxmlformats.org/officeDocument/2006/relationships/slideLayout" Target="../slideLayouts/slideLayout13.xml"/><Relationship Id="rId4" Type="http://schemas.openxmlformats.org/officeDocument/2006/relationships/image" Target="../media/image12.gif"/></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3.xml"/><Relationship Id="rId6" Type="http://schemas.openxmlformats.org/officeDocument/2006/relationships/image" Target="../media/image17.png"/><Relationship Id="rId5" Type="http://schemas.openxmlformats.org/officeDocument/2006/relationships/image" Target="../media/image16.gif"/><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8.gif"/><Relationship Id="rId2" Type="http://schemas.openxmlformats.org/officeDocument/2006/relationships/notesSlide" Target="../notesSlides/notesSlide2.xml"/><Relationship Id="rId1" Type="http://schemas.openxmlformats.org/officeDocument/2006/relationships/slideLayout" Target="../slideLayouts/slideLayout46.xml"/><Relationship Id="rId5" Type="http://schemas.openxmlformats.org/officeDocument/2006/relationships/image" Target="../media/image20.jpeg"/><Relationship Id="rId4" Type="http://schemas.openxmlformats.org/officeDocument/2006/relationships/image" Target="../media/image19.gif"/></Relationships>
</file>

<file path=ppt/slides/_rels/slide6.xml.rels><?xml version="1.0" encoding="UTF-8" standalone="yes"?>
<Relationships xmlns="http://schemas.openxmlformats.org/package/2006/relationships"><Relationship Id="rId3" Type="http://schemas.openxmlformats.org/officeDocument/2006/relationships/image" Target="../media/image22.gif"/><Relationship Id="rId2" Type="http://schemas.openxmlformats.org/officeDocument/2006/relationships/image" Target="../media/image21.gif"/><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24.gif"/><Relationship Id="rId1" Type="http://schemas.openxmlformats.org/officeDocument/2006/relationships/slideLayout" Target="../slideLayouts/slideLayout35.xml"/><Relationship Id="rId4" Type="http://schemas.openxmlformats.org/officeDocument/2006/relationships/image" Target="../media/image25.png"/></Relationships>
</file>

<file path=ppt/slides/_rels/slide9.xml.rels><?xml version="1.0" encoding="UTF-8" standalone="yes"?>
<Relationships xmlns="http://schemas.openxmlformats.org/package/2006/relationships"><Relationship Id="rId3" Type="http://schemas.openxmlformats.org/officeDocument/2006/relationships/image" Target="../media/image26.gif"/><Relationship Id="rId2" Type="http://schemas.openxmlformats.org/officeDocument/2006/relationships/notesSlide" Target="../notesSlides/notesSlide3.xml"/><Relationship Id="rId1" Type="http://schemas.openxmlformats.org/officeDocument/2006/relationships/slideLayout" Target="../slideLayouts/slideLayout32.xml"/><Relationship Id="rId4" Type="http://schemas.openxmlformats.org/officeDocument/2006/relationships/image" Target="../media/image6.jpeg"/></Relationships>
</file>

<file path=ppt/slides/_rels/slide10.xml.rels><?xml version="1.0" encoding="UTF-8" standalone="yes"?>
<Relationships xmlns="http://schemas.openxmlformats.org/package/2006/relationships"><Relationship Id="rId3" Type="http://schemas.openxmlformats.org/officeDocument/2006/relationships/image" Target="../media/image28.gif"/><Relationship Id="rId2" Type="http://schemas.openxmlformats.org/officeDocument/2006/relationships/image" Target="../media/image27.gif"/><Relationship Id="rId1" Type="http://schemas.openxmlformats.org/officeDocument/2006/relationships/slideLayout" Target="../slideLayouts/slideLayout13.xml"/><Relationship Id="rId6" Type="http://schemas.openxmlformats.org/officeDocument/2006/relationships/image" Target="../media/image31.png"/><Relationship Id="rId5" Type="http://schemas.openxmlformats.org/officeDocument/2006/relationships/image" Target="../media/image30.gif"/><Relationship Id="rId4" Type="http://schemas.openxmlformats.org/officeDocument/2006/relationships/image" Target="../media/image29.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FF4B6-3F85-6E67-ED81-21244368299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A0CBC46-76F5-CB3F-9BF0-DE7BBD3C6643}"/>
              </a:ext>
            </a:extLst>
          </p:cNvPr>
          <p:cNvSpPr>
            <a:spLocks noGrp="1"/>
          </p:cNvSpPr>
          <p:nvPr>
            <p:ph type="ctrTitle"/>
          </p:nvPr>
        </p:nvSpPr>
        <p:spPr>
          <a:xfrm>
            <a:off x="6704076" y="685801"/>
            <a:ext cx="4872227" cy="2743200"/>
          </a:xfrm>
        </p:spPr>
        <p:txBody>
          <a:bodyPr>
            <a:normAutofit/>
          </a:bodyPr>
          <a:lstStyle/>
          <a:p>
            <a:r>
              <a:rPr lang="en-US" sz="4900" dirty="0"/>
              <a:t>Student parking system presentation</a:t>
            </a:r>
          </a:p>
        </p:txBody>
      </p:sp>
      <p:sp>
        <p:nvSpPr>
          <p:cNvPr id="4" name="Subtitle 3">
            <a:extLst>
              <a:ext uri="{FF2B5EF4-FFF2-40B4-BE49-F238E27FC236}">
                <a16:creationId xmlns:a16="http://schemas.microsoft.com/office/drawing/2014/main" id="{5CA5C5AD-7278-E875-15B7-835123AC22E5}"/>
              </a:ext>
            </a:extLst>
          </p:cNvPr>
          <p:cNvSpPr>
            <a:spLocks noGrp="1"/>
          </p:cNvSpPr>
          <p:nvPr>
            <p:ph type="subTitle" idx="1"/>
          </p:nvPr>
        </p:nvSpPr>
        <p:spPr>
          <a:xfrm>
            <a:off x="6702552" y="5277548"/>
            <a:ext cx="4873752" cy="894639"/>
          </a:xfrm>
        </p:spPr>
        <p:txBody>
          <a:bodyPr>
            <a:normAutofit/>
          </a:bodyPr>
          <a:lstStyle/>
          <a:p>
            <a:r>
              <a:rPr lang="en-US"/>
              <a:t>Sam V, Benjamin Pedrin, </a:t>
            </a:r>
            <a:r>
              <a:rPr lang="en-US" err="1"/>
              <a:t>Mersadeys</a:t>
            </a:r>
            <a:r>
              <a:rPr lang="en-US"/>
              <a:t> Mysliwiec</a:t>
            </a:r>
          </a:p>
        </p:txBody>
      </p:sp>
      <p:pic>
        <p:nvPicPr>
          <p:cNvPr id="2" name="Picture 1" descr="Double Thumbs Up Emoji">
            <a:extLst>
              <a:ext uri="{FF2B5EF4-FFF2-40B4-BE49-F238E27FC236}">
                <a16:creationId xmlns:a16="http://schemas.microsoft.com/office/drawing/2014/main" id="{2EB62E68-21E2-6642-C276-06E8B7E13C27}"/>
              </a:ext>
            </a:extLst>
          </p:cNvPr>
          <p:cNvPicPr>
            <a:picLocks noChangeAspect="1"/>
          </p:cNvPicPr>
          <p:nvPr/>
        </p:nvPicPr>
        <p:blipFill>
          <a:blip r:embed="rId3"/>
          <a:stretch>
            <a:fillRect/>
          </a:stretch>
        </p:blipFill>
        <p:spPr>
          <a:xfrm>
            <a:off x="0" y="381000"/>
            <a:ext cx="6096000" cy="6096000"/>
          </a:xfrm>
          <a:prstGeom prst="rect">
            <a:avLst/>
          </a:prstGeom>
          <a:noFill/>
        </p:spPr>
      </p:pic>
    </p:spTree>
    <p:extLst>
      <p:ext uri="{BB962C8B-B14F-4D97-AF65-F5344CB8AC3E}">
        <p14:creationId xmlns:p14="http://schemas.microsoft.com/office/powerpoint/2010/main" val="2812452602"/>
      </p:ext>
    </p:extLst>
  </p:cSld>
  <p:clrMapOvr>
    <a:masterClrMapping/>
  </p:clrMapOvr>
  <p:transition spd="slow">
    <p:wheel spokes="1"/>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lumMod val="95000"/>
            <a:lumOff val="5000"/>
          </a:schemeClr>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770CC62-22F1-BDCD-2C88-5F0430F532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35604"/>
            <a:ext cx="12192000" cy="5836596"/>
          </a:xfrm>
          <a:prstGeom prst="rect">
            <a:avLst/>
          </a:prstGeom>
        </p:spPr>
      </p:pic>
      <p:sp>
        <p:nvSpPr>
          <p:cNvPr id="2" name="Title 1">
            <a:extLst>
              <a:ext uri="{FF2B5EF4-FFF2-40B4-BE49-F238E27FC236}">
                <a16:creationId xmlns:a16="http://schemas.microsoft.com/office/drawing/2014/main" id="{A983BCC1-97C9-E7DF-33AE-CF432136DAF7}"/>
              </a:ext>
            </a:extLst>
          </p:cNvPr>
          <p:cNvSpPr>
            <a:spLocks noGrp="1"/>
          </p:cNvSpPr>
          <p:nvPr>
            <p:ph type="title"/>
          </p:nvPr>
        </p:nvSpPr>
        <p:spPr>
          <a:xfrm>
            <a:off x="0" y="300824"/>
            <a:ext cx="12192000" cy="1299376"/>
          </a:xfrm>
        </p:spPr>
        <p:txBody>
          <a:bodyPr/>
          <a:lstStyle/>
          <a:p>
            <a:r>
              <a:rPr lang="en-US" sz="6000">
                <a:solidFill>
                  <a:schemeClr val="accent6">
                    <a:lumMod val="20000"/>
                    <a:lumOff val="80000"/>
                  </a:schemeClr>
                </a:solidFill>
              </a:rPr>
              <a:t>Western parking program design</a:t>
            </a:r>
          </a:p>
        </p:txBody>
      </p:sp>
      <p:pic>
        <p:nvPicPr>
          <p:cNvPr id="7" name="Picture 6" descr="a yellow cartoon character with a smiley face and a smirk on its face .">
            <a:extLst>
              <a:ext uri="{FF2B5EF4-FFF2-40B4-BE49-F238E27FC236}">
                <a16:creationId xmlns:a16="http://schemas.microsoft.com/office/drawing/2014/main" id="{C09F918B-157F-7EB3-F54E-E7057740FF54}"/>
              </a:ext>
            </a:extLst>
          </p:cNvPr>
          <p:cNvPicPr>
            <a:picLocks noChangeAspect="1"/>
          </p:cNvPicPr>
          <p:nvPr/>
        </p:nvPicPr>
        <p:blipFill>
          <a:blip r:embed="rId3"/>
          <a:stretch>
            <a:fillRect/>
          </a:stretch>
        </p:blipFill>
        <p:spPr>
          <a:xfrm>
            <a:off x="10792880" y="5413429"/>
            <a:ext cx="1403431" cy="1438067"/>
          </a:xfrm>
          <a:prstGeom prst="rect">
            <a:avLst/>
          </a:prstGeom>
        </p:spPr>
      </p:pic>
    </p:spTree>
    <p:extLst>
      <p:ext uri="{BB962C8B-B14F-4D97-AF65-F5344CB8AC3E}">
        <p14:creationId xmlns:p14="http://schemas.microsoft.com/office/powerpoint/2010/main" val="231617511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A88A9E-DBEC-7B86-F363-EA204A54BE9D}"/>
              </a:ext>
            </a:extLst>
          </p:cNvPr>
          <p:cNvSpPr>
            <a:spLocks noGrp="1"/>
          </p:cNvSpPr>
          <p:nvPr>
            <p:ph sz="quarter" idx="13"/>
          </p:nvPr>
        </p:nvSpPr>
        <p:spPr>
          <a:xfrm>
            <a:off x="430677" y="263857"/>
            <a:ext cx="11381460" cy="5641058"/>
          </a:xfrm>
        </p:spPr>
        <p:txBody>
          <a:bodyPr vert="horz" lIns="91440" tIns="45720" rIns="91440" bIns="45720" rtlCol="0" anchor="t">
            <a:noAutofit/>
          </a:bodyPr>
          <a:lstStyle/>
          <a:p>
            <a:pPr>
              <a:buFont typeface=""/>
              <a:buChar char="•"/>
            </a:pPr>
            <a:r>
              <a:rPr lang="en-US" sz="2000" b="1">
                <a:solidFill>
                  <a:srgbClr val="262626"/>
                </a:solidFill>
                <a:latin typeface="Open Sans"/>
                <a:ea typeface="Open Sans"/>
                <a:cs typeface="Open Sans"/>
              </a:rPr>
              <a:t>Problem or purpose of the system</a:t>
            </a:r>
          </a:p>
          <a:p>
            <a:r>
              <a:rPr lang="en-US" sz="1600">
                <a:solidFill>
                  <a:srgbClr val="262626"/>
                </a:solidFill>
                <a:latin typeface="Open Sans"/>
                <a:ea typeface="Open Sans"/>
                <a:cs typeface="Open Sans"/>
              </a:rPr>
              <a:t>   Prevents drivers circling the lots looking for open spaces</a:t>
            </a:r>
          </a:p>
          <a:p>
            <a:r>
              <a:rPr lang="en-US" sz="1600">
                <a:solidFill>
                  <a:srgbClr val="262626"/>
                </a:solidFill>
                <a:latin typeface="Open Sans"/>
                <a:ea typeface="Open Sans"/>
                <a:cs typeface="Open Sans"/>
              </a:rPr>
              <a:t>   Cuts down on dangers to pedestrian students</a:t>
            </a:r>
          </a:p>
          <a:p>
            <a:r>
              <a:rPr lang="en-US" sz="1600">
                <a:solidFill>
                  <a:srgbClr val="262626"/>
                </a:solidFill>
                <a:latin typeface="Open Sans"/>
                <a:ea typeface="Open Sans"/>
                <a:cs typeface="Open Sans"/>
              </a:rPr>
              <a:t>   Provides live count of parking availability</a:t>
            </a:r>
          </a:p>
          <a:p>
            <a:r>
              <a:rPr lang="en-US" sz="1600">
                <a:solidFill>
                  <a:srgbClr val="262626"/>
                </a:solidFill>
                <a:latin typeface="Open Sans"/>
                <a:ea typeface="Open Sans"/>
                <a:cs typeface="Open Sans"/>
              </a:rPr>
              <a:t>   Assists in parking accountability</a:t>
            </a:r>
          </a:p>
          <a:p>
            <a:endParaRPr lang="en-US">
              <a:solidFill>
                <a:srgbClr val="262626"/>
              </a:solidFill>
              <a:latin typeface="Open Sans"/>
              <a:ea typeface="Open Sans"/>
              <a:cs typeface="Open Sans"/>
            </a:endParaRPr>
          </a:p>
          <a:p>
            <a:pPr>
              <a:buFont typeface=""/>
              <a:buChar char="•"/>
            </a:pPr>
            <a:r>
              <a:rPr lang="en-US" sz="2000" b="1">
                <a:solidFill>
                  <a:srgbClr val="262626"/>
                </a:solidFill>
                <a:latin typeface="Open Sans"/>
                <a:ea typeface="Open Sans"/>
                <a:cs typeface="Open Sans"/>
              </a:rPr>
              <a:t>Intended users</a:t>
            </a:r>
            <a:endParaRPr lang="en-US" sz="2000" b="1"/>
          </a:p>
          <a:p>
            <a:r>
              <a:rPr lang="en-US" sz="1600">
                <a:solidFill>
                  <a:srgbClr val="262626"/>
                </a:solidFill>
                <a:latin typeface="Open Sans"/>
                <a:ea typeface="Open Sans"/>
                <a:cs typeface="Open Sans"/>
              </a:rPr>
              <a:t>   Students and staff who use campus parking</a:t>
            </a:r>
          </a:p>
          <a:p>
            <a:r>
              <a:rPr lang="en-US" sz="1600">
                <a:solidFill>
                  <a:srgbClr val="262626"/>
                </a:solidFill>
                <a:latin typeface="Open Sans"/>
                <a:ea typeface="Open Sans"/>
                <a:cs typeface="Open Sans"/>
              </a:rPr>
              <a:t>   Campus security</a:t>
            </a:r>
          </a:p>
          <a:p>
            <a:r>
              <a:rPr lang="en-US" sz="1600">
                <a:solidFill>
                  <a:srgbClr val="262626"/>
                </a:solidFill>
                <a:latin typeface="Open Sans"/>
                <a:ea typeface="Open Sans"/>
                <a:cs typeface="Open Sans"/>
              </a:rPr>
              <a:t>   System Administrators</a:t>
            </a:r>
          </a:p>
          <a:p>
            <a:endParaRPr lang="en-US">
              <a:solidFill>
                <a:srgbClr val="262626"/>
              </a:solidFill>
              <a:latin typeface="Open Sans"/>
              <a:ea typeface="Open Sans"/>
              <a:cs typeface="Open Sans"/>
            </a:endParaRPr>
          </a:p>
          <a:p>
            <a:pPr>
              <a:buFont typeface=""/>
              <a:buChar char="•"/>
            </a:pPr>
            <a:r>
              <a:rPr lang="en-US" sz="2000" b="1">
                <a:solidFill>
                  <a:srgbClr val="262626"/>
                </a:solidFill>
                <a:latin typeface="Open Sans"/>
                <a:ea typeface="Open Sans"/>
                <a:cs typeface="Open Sans"/>
              </a:rPr>
              <a:t>Data the system collects</a:t>
            </a:r>
          </a:p>
          <a:p>
            <a:r>
              <a:rPr lang="en-US" sz="1600">
                <a:solidFill>
                  <a:srgbClr val="262626"/>
                </a:solidFill>
                <a:latin typeface="Open Sans"/>
                <a:ea typeface="Open Sans"/>
                <a:cs typeface="Open Sans"/>
              </a:rPr>
              <a:t>   User information – User ID, Location Data, Timestamps, Coming or Going</a:t>
            </a:r>
          </a:p>
          <a:p>
            <a:r>
              <a:rPr lang="en-US" sz="1600">
                <a:solidFill>
                  <a:srgbClr val="262626"/>
                </a:solidFill>
                <a:latin typeface="Open Sans"/>
                <a:ea typeface="Open Sans"/>
                <a:cs typeface="Open Sans"/>
              </a:rPr>
              <a:t>   Camera data – Availability, Timestamps, Lot Location</a:t>
            </a:r>
          </a:p>
          <a:p>
            <a:r>
              <a:rPr lang="en-US" sz="1600">
                <a:solidFill>
                  <a:srgbClr val="262626"/>
                </a:solidFill>
                <a:latin typeface="Open Sans"/>
                <a:ea typeface="Open Sans"/>
                <a:cs typeface="Open Sans"/>
              </a:rPr>
              <a:t>   License Info and permit information</a:t>
            </a:r>
          </a:p>
        </p:txBody>
      </p:sp>
      <p:pic>
        <p:nvPicPr>
          <p:cNvPr id="4" name="Picture 3" descr="Cat GIFs | Tenor">
            <a:extLst>
              <a:ext uri="{FF2B5EF4-FFF2-40B4-BE49-F238E27FC236}">
                <a16:creationId xmlns:a16="http://schemas.microsoft.com/office/drawing/2014/main" id="{F113D8E1-C815-0CBF-16AF-CDA64BFE2227}"/>
              </a:ext>
            </a:extLst>
          </p:cNvPr>
          <p:cNvPicPr>
            <a:picLocks noChangeAspect="1"/>
          </p:cNvPicPr>
          <p:nvPr/>
        </p:nvPicPr>
        <p:blipFill>
          <a:blip r:embed="rId2"/>
          <a:stretch>
            <a:fillRect/>
          </a:stretch>
        </p:blipFill>
        <p:spPr>
          <a:xfrm>
            <a:off x="10093614" y="4713432"/>
            <a:ext cx="2095500" cy="20955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Picture 4" descr="Shrug Blue Emoji">
            <a:extLst>
              <a:ext uri="{FF2B5EF4-FFF2-40B4-BE49-F238E27FC236}">
                <a16:creationId xmlns:a16="http://schemas.microsoft.com/office/drawing/2014/main" id="{A01DCF88-0EC6-0135-32F4-62925990C8CA}"/>
              </a:ext>
            </a:extLst>
          </p:cNvPr>
          <p:cNvPicPr>
            <a:picLocks noChangeAspect="1"/>
          </p:cNvPicPr>
          <p:nvPr/>
        </p:nvPicPr>
        <p:blipFill>
          <a:blip r:embed="rId3"/>
          <a:stretch>
            <a:fillRect/>
          </a:stretch>
        </p:blipFill>
        <p:spPr>
          <a:xfrm>
            <a:off x="6540682" y="1158298"/>
            <a:ext cx="3080829" cy="3080829"/>
          </a:xfrm>
          <a:prstGeom prst="rect">
            <a:avLst/>
          </a:prstGeom>
        </p:spPr>
      </p:pic>
      <p:pic>
        <p:nvPicPr>
          <p:cNvPr id="8" name="Picture 7" descr="Cat Reactions GIFs - Find &amp; Share on GIPHY">
            <a:extLst>
              <a:ext uri="{FF2B5EF4-FFF2-40B4-BE49-F238E27FC236}">
                <a16:creationId xmlns:a16="http://schemas.microsoft.com/office/drawing/2014/main" id="{1BC7BC05-E30D-AF24-F95C-90C5E7B1D20F}"/>
              </a:ext>
            </a:extLst>
          </p:cNvPr>
          <p:cNvPicPr>
            <a:picLocks noChangeAspect="1"/>
          </p:cNvPicPr>
          <p:nvPr/>
        </p:nvPicPr>
        <p:blipFill>
          <a:blip r:embed="rId4"/>
          <a:stretch>
            <a:fillRect/>
          </a:stretch>
        </p:blipFill>
        <p:spPr>
          <a:xfrm>
            <a:off x="10621097" y="-3752"/>
            <a:ext cx="1571625" cy="1162050"/>
          </a:xfrm>
          <a:prstGeom prst="rect">
            <a:avLst/>
          </a:prstGeom>
        </p:spPr>
      </p:pic>
    </p:spTree>
    <p:extLst>
      <p:ext uri="{BB962C8B-B14F-4D97-AF65-F5344CB8AC3E}">
        <p14:creationId xmlns:p14="http://schemas.microsoft.com/office/powerpoint/2010/main" val="2521404037"/>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99E82B4-20C2-1E8E-73F1-8CC1D01B917A}"/>
              </a:ext>
            </a:extLst>
          </p:cNvPr>
          <p:cNvSpPr txBox="1"/>
          <p:nvPr/>
        </p:nvSpPr>
        <p:spPr>
          <a:xfrm>
            <a:off x="-2717" y="3598590"/>
            <a:ext cx="1365864"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t>Students &amp; staff opens APP and logs in</a:t>
            </a:r>
          </a:p>
        </p:txBody>
      </p:sp>
      <p:pic>
        <p:nvPicPr>
          <p:cNvPr id="8" name="Picture 7">
            <a:extLst>
              <a:ext uri="{FF2B5EF4-FFF2-40B4-BE49-F238E27FC236}">
                <a16:creationId xmlns:a16="http://schemas.microsoft.com/office/drawing/2014/main" id="{DAF6B006-256E-F9D6-65B9-B433DFDC16AE}"/>
              </a:ext>
            </a:extLst>
          </p:cNvPr>
          <p:cNvPicPr>
            <a:picLocks noChangeAspect="1"/>
          </p:cNvPicPr>
          <p:nvPr/>
        </p:nvPicPr>
        <p:blipFill>
          <a:blip r:embed="rId2"/>
          <a:stretch>
            <a:fillRect/>
          </a:stretch>
        </p:blipFill>
        <p:spPr>
          <a:xfrm>
            <a:off x="276154" y="183463"/>
            <a:ext cx="971693" cy="3067761"/>
          </a:xfrm>
          <a:prstGeom prst="rect">
            <a:avLst/>
          </a:prstGeom>
        </p:spPr>
      </p:pic>
      <p:pic>
        <p:nvPicPr>
          <p:cNvPr id="9" name="Picture 8">
            <a:extLst>
              <a:ext uri="{FF2B5EF4-FFF2-40B4-BE49-F238E27FC236}">
                <a16:creationId xmlns:a16="http://schemas.microsoft.com/office/drawing/2014/main" id="{841705EA-DE2A-E5D1-67DF-1FC538494F47}"/>
              </a:ext>
            </a:extLst>
          </p:cNvPr>
          <p:cNvPicPr>
            <a:picLocks noChangeAspect="1"/>
          </p:cNvPicPr>
          <p:nvPr/>
        </p:nvPicPr>
        <p:blipFill>
          <a:blip r:embed="rId3"/>
          <a:stretch>
            <a:fillRect/>
          </a:stretch>
        </p:blipFill>
        <p:spPr>
          <a:xfrm>
            <a:off x="1813375" y="190216"/>
            <a:ext cx="1286445" cy="3077002"/>
          </a:xfrm>
          <a:prstGeom prst="rect">
            <a:avLst/>
          </a:prstGeom>
        </p:spPr>
      </p:pic>
      <p:sp>
        <p:nvSpPr>
          <p:cNvPr id="10" name="TextBox 9">
            <a:extLst>
              <a:ext uri="{FF2B5EF4-FFF2-40B4-BE49-F238E27FC236}">
                <a16:creationId xmlns:a16="http://schemas.microsoft.com/office/drawing/2014/main" id="{4DEC7EBA-4C15-0D2A-BFAE-17B982599F93}"/>
              </a:ext>
            </a:extLst>
          </p:cNvPr>
          <p:cNvSpPr txBox="1"/>
          <p:nvPr/>
        </p:nvSpPr>
        <p:spPr>
          <a:xfrm>
            <a:off x="1259700" y="3427992"/>
            <a:ext cx="2412191"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t>The </a:t>
            </a:r>
            <a:r>
              <a:rPr lang="en-US" b="1"/>
              <a:t>Firewall</a:t>
            </a:r>
            <a:r>
              <a:rPr lang="en-US"/>
              <a:t> Confirms that the User is Authorized to Move Into the System</a:t>
            </a:r>
          </a:p>
          <a:p>
            <a:pPr algn="ctr"/>
            <a:endParaRPr lang="en-US"/>
          </a:p>
          <a:p>
            <a:pPr algn="ctr"/>
            <a:r>
              <a:rPr lang="en-US"/>
              <a:t>The </a:t>
            </a:r>
            <a:r>
              <a:rPr lang="en-US" b="1"/>
              <a:t>Gateway</a:t>
            </a:r>
            <a:r>
              <a:rPr lang="en-US"/>
              <a:t> verifies which path the User's Data will take.</a:t>
            </a:r>
          </a:p>
        </p:txBody>
      </p:sp>
      <p:pic>
        <p:nvPicPr>
          <p:cNvPr id="11" name="Picture 10">
            <a:extLst>
              <a:ext uri="{FF2B5EF4-FFF2-40B4-BE49-F238E27FC236}">
                <a16:creationId xmlns:a16="http://schemas.microsoft.com/office/drawing/2014/main" id="{7644925F-684E-20FF-B411-CD18F8EF964E}"/>
              </a:ext>
            </a:extLst>
          </p:cNvPr>
          <p:cNvPicPr>
            <a:picLocks noChangeAspect="1"/>
          </p:cNvPicPr>
          <p:nvPr/>
        </p:nvPicPr>
        <p:blipFill>
          <a:blip r:embed="rId4"/>
          <a:stretch>
            <a:fillRect/>
          </a:stretch>
        </p:blipFill>
        <p:spPr>
          <a:xfrm>
            <a:off x="3669801" y="188012"/>
            <a:ext cx="4344395" cy="2740214"/>
          </a:xfrm>
          <a:prstGeom prst="rect">
            <a:avLst/>
          </a:prstGeom>
        </p:spPr>
      </p:pic>
      <p:sp>
        <p:nvSpPr>
          <p:cNvPr id="12" name="TextBox 11">
            <a:extLst>
              <a:ext uri="{FF2B5EF4-FFF2-40B4-BE49-F238E27FC236}">
                <a16:creationId xmlns:a16="http://schemas.microsoft.com/office/drawing/2014/main" id="{470193F8-B225-2556-B2BC-FBF6682B04DA}"/>
              </a:ext>
            </a:extLst>
          </p:cNvPr>
          <p:cNvSpPr txBox="1"/>
          <p:nvPr/>
        </p:nvSpPr>
        <p:spPr>
          <a:xfrm>
            <a:off x="3665906" y="3430525"/>
            <a:ext cx="4650669"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dirty="0"/>
              <a:t>User Path:</a:t>
            </a:r>
          </a:p>
          <a:p>
            <a:endParaRPr lang="en-US" sz="1600" dirty="0"/>
          </a:p>
          <a:p>
            <a:r>
              <a:rPr lang="en-US" b="1" dirty="0"/>
              <a:t>Location Services</a:t>
            </a:r>
            <a:r>
              <a:rPr lang="en-US" dirty="0"/>
              <a:t> where data is verified as plausible.</a:t>
            </a:r>
          </a:p>
          <a:p>
            <a:r>
              <a:rPr lang="en-US" b="1" dirty="0"/>
              <a:t>Enters Queue</a:t>
            </a:r>
            <a:r>
              <a:rPr lang="en-US" dirty="0"/>
              <a:t> along with Camera data </a:t>
            </a:r>
            <a:r>
              <a:rPr lang="en-US"/>
              <a:t>and timestamps</a:t>
            </a:r>
            <a:endParaRPr lang="en-US" dirty="0"/>
          </a:p>
          <a:p>
            <a:r>
              <a:rPr lang="en-US" b="1" dirty="0"/>
              <a:t>Enters Cache</a:t>
            </a:r>
            <a:r>
              <a:rPr lang="en-US" dirty="0"/>
              <a:t> – Volatile memory</a:t>
            </a:r>
          </a:p>
          <a:p>
            <a:r>
              <a:rPr lang="en-US" b="1" dirty="0"/>
              <a:t>Confirmation Software</a:t>
            </a:r>
            <a:r>
              <a:rPr lang="en-US" dirty="0"/>
              <a:t> – compares all data for discrepancies</a:t>
            </a:r>
          </a:p>
        </p:txBody>
      </p:sp>
      <p:pic>
        <p:nvPicPr>
          <p:cNvPr id="2" name="Picture 1" descr="Zoom Cat GIFs - Find &amp; Share on GIPHY">
            <a:extLst>
              <a:ext uri="{FF2B5EF4-FFF2-40B4-BE49-F238E27FC236}">
                <a16:creationId xmlns:a16="http://schemas.microsoft.com/office/drawing/2014/main" id="{D1C2E4F2-F2C4-8D60-7A49-FA2C14A71310}"/>
              </a:ext>
            </a:extLst>
          </p:cNvPr>
          <p:cNvPicPr>
            <a:picLocks noChangeAspect="1"/>
          </p:cNvPicPr>
          <p:nvPr/>
        </p:nvPicPr>
        <p:blipFill>
          <a:blip r:embed="rId5"/>
          <a:stretch>
            <a:fillRect/>
          </a:stretch>
        </p:blipFill>
        <p:spPr>
          <a:xfrm>
            <a:off x="5773" y="5524499"/>
            <a:ext cx="1385455" cy="1385455"/>
          </a:xfrm>
          <a:prstGeom prst="rect">
            <a:avLst/>
          </a:prstGeom>
        </p:spPr>
      </p:pic>
      <p:pic>
        <p:nvPicPr>
          <p:cNvPr id="13" name="Picture 12">
            <a:extLst>
              <a:ext uri="{FF2B5EF4-FFF2-40B4-BE49-F238E27FC236}">
                <a16:creationId xmlns:a16="http://schemas.microsoft.com/office/drawing/2014/main" id="{977D7DD3-874A-4C3F-6BDC-D2D40C583B60}"/>
              </a:ext>
            </a:extLst>
          </p:cNvPr>
          <p:cNvPicPr>
            <a:picLocks noChangeAspect="1"/>
          </p:cNvPicPr>
          <p:nvPr/>
        </p:nvPicPr>
        <p:blipFill>
          <a:blip r:embed="rId6"/>
          <a:stretch>
            <a:fillRect/>
          </a:stretch>
        </p:blipFill>
        <p:spPr>
          <a:xfrm>
            <a:off x="8504901" y="179842"/>
            <a:ext cx="3410585" cy="3085465"/>
          </a:xfrm>
          <a:prstGeom prst="rect">
            <a:avLst/>
          </a:prstGeom>
        </p:spPr>
      </p:pic>
      <p:sp>
        <p:nvSpPr>
          <p:cNvPr id="3" name="TextBox 2">
            <a:extLst>
              <a:ext uri="{FF2B5EF4-FFF2-40B4-BE49-F238E27FC236}">
                <a16:creationId xmlns:a16="http://schemas.microsoft.com/office/drawing/2014/main" id="{EA911A7D-9C82-3CD7-5721-322D03B5F456}"/>
              </a:ext>
            </a:extLst>
          </p:cNvPr>
          <p:cNvSpPr txBox="1"/>
          <p:nvPr/>
        </p:nvSpPr>
        <p:spPr>
          <a:xfrm>
            <a:off x="8502066" y="3430525"/>
            <a:ext cx="3411149"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Data Enters </a:t>
            </a:r>
            <a:r>
              <a:rPr lang="en-US" b="1"/>
              <a:t>Database</a:t>
            </a:r>
            <a:r>
              <a:rPr lang="en-US"/>
              <a:t>:</a:t>
            </a:r>
          </a:p>
          <a:p>
            <a:r>
              <a:rPr lang="en-US" b="1"/>
              <a:t>API</a:t>
            </a:r>
            <a:r>
              <a:rPr lang="en-US"/>
              <a:t> pulls requested data from Map View software and sends to </a:t>
            </a:r>
            <a:r>
              <a:rPr lang="en-US" b="1"/>
              <a:t>Availability View</a:t>
            </a:r>
          </a:p>
          <a:p>
            <a:r>
              <a:rPr lang="en-US"/>
              <a:t>API also pushes notifications to security and users dependent on the outcomes</a:t>
            </a:r>
          </a:p>
        </p:txBody>
      </p:sp>
    </p:spTree>
    <p:extLst>
      <p:ext uri="{BB962C8B-B14F-4D97-AF65-F5344CB8AC3E}">
        <p14:creationId xmlns:p14="http://schemas.microsoft.com/office/powerpoint/2010/main" val="45042082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C2841-CF9B-134A-9895-0B2B541B467F}"/>
              </a:ext>
            </a:extLst>
          </p:cNvPr>
          <p:cNvSpPr>
            <a:spLocks noGrp="1"/>
          </p:cNvSpPr>
          <p:nvPr>
            <p:ph type="title"/>
          </p:nvPr>
        </p:nvSpPr>
        <p:spPr>
          <a:xfrm>
            <a:off x="612647" y="238760"/>
            <a:ext cx="10963655" cy="1133170"/>
          </a:xfrm>
        </p:spPr>
        <p:txBody>
          <a:bodyPr/>
          <a:lstStyle/>
          <a:p>
            <a:r>
              <a:rPr lang="en-US"/>
              <a:t>Important IT ROLES</a:t>
            </a:r>
          </a:p>
        </p:txBody>
      </p:sp>
      <p:pic>
        <p:nvPicPr>
          <p:cNvPr id="3" name="Picture 2" descr="a yellow smiley face is standing in the grass">
            <a:extLst>
              <a:ext uri="{FF2B5EF4-FFF2-40B4-BE49-F238E27FC236}">
                <a16:creationId xmlns:a16="http://schemas.microsoft.com/office/drawing/2014/main" id="{5539D11D-846B-E7F7-C542-B9CDFFF6300D}"/>
              </a:ext>
            </a:extLst>
          </p:cNvPr>
          <p:cNvPicPr>
            <a:picLocks noChangeAspect="1"/>
          </p:cNvPicPr>
          <p:nvPr/>
        </p:nvPicPr>
        <p:blipFill>
          <a:blip r:embed="rId3"/>
          <a:stretch>
            <a:fillRect/>
          </a:stretch>
        </p:blipFill>
        <p:spPr>
          <a:xfrm>
            <a:off x="10093614" y="4759614"/>
            <a:ext cx="2095500" cy="2095500"/>
          </a:xfrm>
          <a:prstGeom prst="rect">
            <a:avLst/>
          </a:prstGeom>
        </p:spPr>
      </p:pic>
      <p:sp>
        <p:nvSpPr>
          <p:cNvPr id="4" name="TextBox 3">
            <a:extLst>
              <a:ext uri="{FF2B5EF4-FFF2-40B4-BE49-F238E27FC236}">
                <a16:creationId xmlns:a16="http://schemas.microsoft.com/office/drawing/2014/main" id="{52963A6C-F58F-BFDB-29C3-5D78DC7DAE75}"/>
              </a:ext>
            </a:extLst>
          </p:cNvPr>
          <p:cNvSpPr txBox="1"/>
          <p:nvPr/>
        </p:nvSpPr>
        <p:spPr>
          <a:xfrm>
            <a:off x="502358" y="1693307"/>
            <a:ext cx="8565442" cy="4555093"/>
          </a:xfrm>
          <a:prstGeom prst="rect">
            <a:avLst/>
          </a:prstGeom>
          <a:noFill/>
        </p:spPr>
        <p:txBody>
          <a:bodyPr wrap="square" lIns="91440" tIns="45720" rIns="91440" bIns="45720" rtlCol="0" anchor="t">
            <a:spAutoFit/>
          </a:bodyPr>
          <a:lstStyle/>
          <a:p>
            <a:pPr marL="285750" indent="-285750">
              <a:buFontTx/>
              <a:buChar char="-"/>
            </a:pPr>
            <a:r>
              <a:rPr lang="en-US" sz="2400" b="1"/>
              <a:t>IT Support Technician</a:t>
            </a:r>
            <a:r>
              <a:rPr lang="en-US" sz="2400"/>
              <a:t>: Work with computers that monitor the system.</a:t>
            </a:r>
          </a:p>
          <a:p>
            <a:endParaRPr lang="en-US" sz="1000"/>
          </a:p>
          <a:p>
            <a:pPr marL="285750" indent="-285750">
              <a:buFontTx/>
              <a:buChar char="-"/>
            </a:pPr>
            <a:r>
              <a:rPr lang="en-US" sz="2400" b="1"/>
              <a:t>Network Administrator</a:t>
            </a:r>
            <a:r>
              <a:rPr lang="en-US" sz="2400"/>
              <a:t>: Work with network between cameras and system.</a:t>
            </a:r>
          </a:p>
          <a:p>
            <a:endParaRPr lang="en-US" sz="1000"/>
          </a:p>
          <a:p>
            <a:pPr marL="285750" indent="-285750">
              <a:buFontTx/>
              <a:buChar char="-"/>
            </a:pPr>
            <a:r>
              <a:rPr lang="en-US" sz="2400" b="1"/>
              <a:t>Cloud / Systems Administrator</a:t>
            </a:r>
            <a:r>
              <a:rPr lang="en-US" sz="2400"/>
              <a:t>: Work with and monitor database</a:t>
            </a:r>
          </a:p>
          <a:p>
            <a:endParaRPr lang="en-US" sz="1000"/>
          </a:p>
          <a:p>
            <a:pPr marL="285750" indent="-285750">
              <a:buFontTx/>
              <a:buChar char="-"/>
            </a:pPr>
            <a:r>
              <a:rPr lang="en-US" sz="2400" b="1"/>
              <a:t>Software Developer</a:t>
            </a:r>
            <a:r>
              <a:rPr lang="en-US" sz="2400"/>
              <a:t>: Work with the software affecting the system. </a:t>
            </a:r>
          </a:p>
          <a:p>
            <a:endParaRPr lang="en-US" sz="1000"/>
          </a:p>
          <a:p>
            <a:pPr marL="285750" indent="-285750">
              <a:buFontTx/>
              <a:buChar char="-"/>
            </a:pPr>
            <a:r>
              <a:rPr lang="en-US" sz="2400" b="1"/>
              <a:t>Data Analyst</a:t>
            </a:r>
            <a:r>
              <a:rPr lang="en-US" sz="2400"/>
              <a:t>: Work with the data collected by the database. </a:t>
            </a:r>
          </a:p>
          <a:p>
            <a:endParaRPr lang="en-US" sz="1000"/>
          </a:p>
          <a:p>
            <a:pPr marL="285750" indent="-285750">
              <a:buFontTx/>
              <a:buChar char="-"/>
            </a:pPr>
            <a:r>
              <a:rPr lang="en-US" sz="2400" b="1"/>
              <a:t>IoT</a:t>
            </a:r>
            <a:r>
              <a:rPr lang="en-US" sz="2400"/>
              <a:t>: Work with other devices (cameras and sensors)</a:t>
            </a:r>
          </a:p>
        </p:txBody>
      </p:sp>
      <p:pic>
        <p:nvPicPr>
          <p:cNvPr id="5" name="Picture 4" descr="Science Communicators, Get Your GIF On | Canadian Science Publishing">
            <a:extLst>
              <a:ext uri="{FF2B5EF4-FFF2-40B4-BE49-F238E27FC236}">
                <a16:creationId xmlns:a16="http://schemas.microsoft.com/office/drawing/2014/main" id="{61BDC399-2A24-49BD-2B6E-4A6820FBF3FC}"/>
              </a:ext>
            </a:extLst>
          </p:cNvPr>
          <p:cNvPicPr>
            <a:picLocks noChangeAspect="1"/>
          </p:cNvPicPr>
          <p:nvPr/>
        </p:nvPicPr>
        <p:blipFill>
          <a:blip r:embed="rId4"/>
          <a:stretch>
            <a:fillRect/>
          </a:stretch>
        </p:blipFill>
        <p:spPr>
          <a:xfrm>
            <a:off x="10093614" y="-433"/>
            <a:ext cx="2095500" cy="2009775"/>
          </a:xfrm>
          <a:prstGeom prst="rect">
            <a:avLst/>
          </a:prstGeom>
        </p:spPr>
      </p:pic>
      <p:pic>
        <p:nvPicPr>
          <p:cNvPr id="6" name="Picture 5" descr="computer GIFs | Tenor">
            <a:extLst>
              <a:ext uri="{FF2B5EF4-FFF2-40B4-BE49-F238E27FC236}">
                <a16:creationId xmlns:a16="http://schemas.microsoft.com/office/drawing/2014/main" id="{BCD324A1-B533-CCBD-D546-27C78945E578}"/>
              </a:ext>
            </a:extLst>
          </p:cNvPr>
          <p:cNvPicPr>
            <a:picLocks noChangeAspect="1"/>
          </p:cNvPicPr>
          <p:nvPr/>
        </p:nvPicPr>
        <p:blipFill>
          <a:blip r:embed="rId5"/>
          <a:stretch>
            <a:fillRect/>
          </a:stretch>
        </p:blipFill>
        <p:spPr>
          <a:xfrm>
            <a:off x="9671483" y="2493241"/>
            <a:ext cx="2524125" cy="1409700"/>
          </a:xfrm>
          <a:prstGeom prst="rect">
            <a:avLst/>
          </a:prstGeom>
        </p:spPr>
      </p:pic>
    </p:spTree>
    <p:extLst>
      <p:ext uri="{BB962C8B-B14F-4D97-AF65-F5344CB8AC3E}">
        <p14:creationId xmlns:p14="http://schemas.microsoft.com/office/powerpoint/2010/main" val="117902022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9942B1B7-4E85-7DFC-873D-9B27D3186274}"/>
              </a:ext>
            </a:extLst>
          </p:cNvPr>
          <p:cNvSpPr>
            <a:spLocks noGrp="1"/>
          </p:cNvSpPr>
          <p:nvPr>
            <p:ph type="title"/>
          </p:nvPr>
        </p:nvSpPr>
        <p:spPr>
          <a:xfrm>
            <a:off x="612647" y="685800"/>
            <a:ext cx="6858000" cy="1111532"/>
          </a:xfrm>
        </p:spPr>
        <p:txBody>
          <a:bodyPr/>
          <a:lstStyle/>
          <a:p>
            <a:r>
              <a:rPr lang="en-US"/>
              <a:t>Design decision</a:t>
            </a:r>
          </a:p>
        </p:txBody>
      </p:sp>
      <p:sp>
        <p:nvSpPr>
          <p:cNvPr id="12" name="Content Placeholder 2">
            <a:extLst>
              <a:ext uri="{FF2B5EF4-FFF2-40B4-BE49-F238E27FC236}">
                <a16:creationId xmlns:a16="http://schemas.microsoft.com/office/drawing/2014/main" id="{C76F0283-E790-E4A8-5846-DF2702F77562}"/>
              </a:ext>
            </a:extLst>
          </p:cNvPr>
          <p:cNvSpPr>
            <a:spLocks noGrp="1"/>
          </p:cNvSpPr>
          <p:nvPr>
            <p:ph sz="quarter" idx="14"/>
          </p:nvPr>
        </p:nvSpPr>
        <p:spPr>
          <a:xfrm>
            <a:off x="612647" y="1965960"/>
            <a:ext cx="6858000" cy="4200198"/>
          </a:xfrm>
        </p:spPr>
        <p:txBody>
          <a:bodyPr/>
          <a:lstStyle/>
          <a:p>
            <a:r>
              <a:rPr lang="en-US" sz="2800"/>
              <a:t>An important decision we made was to add cameras into our design. These cameras do come with expenses and may break down, but they also add another layer of security and protection to the system design.</a:t>
            </a:r>
          </a:p>
        </p:txBody>
      </p:sp>
      <p:pic>
        <p:nvPicPr>
          <p:cNvPr id="5" name="Picture Placeholder 4" descr="Download GIFs - Find &amp; Share on GIPHY">
            <a:extLst>
              <a:ext uri="{FF2B5EF4-FFF2-40B4-BE49-F238E27FC236}">
                <a16:creationId xmlns:a16="http://schemas.microsoft.com/office/drawing/2014/main" id="{88409543-3F2E-337C-5DC5-9C0DE3326EF5}"/>
              </a:ext>
            </a:extLst>
          </p:cNvPr>
          <p:cNvPicPr>
            <a:picLocks noGrp="1" noChangeAspect="1"/>
          </p:cNvPicPr>
          <p:nvPr>
            <p:ph type="pic" sz="quarter" idx="13"/>
          </p:nvPr>
        </p:nvPicPr>
        <p:blipFill>
          <a:blip r:embed="rId2"/>
          <a:srcRect t="3020" b="3020"/>
          <a:stretch/>
        </p:blipFill>
        <p:spPr>
          <a:xfrm>
            <a:off x="8091732" y="178"/>
            <a:ext cx="4100267" cy="6857645"/>
          </a:xfrm>
          <a:prstGeom prst="rect">
            <a:avLst/>
          </a:prstGeom>
          <a:noFill/>
        </p:spPr>
      </p:pic>
      <p:pic>
        <p:nvPicPr>
          <p:cNvPr id="7" name="Picture 6" descr="Cameras Animated GIF by Fraser Davidson for Cub Studio on ...">
            <a:extLst>
              <a:ext uri="{FF2B5EF4-FFF2-40B4-BE49-F238E27FC236}">
                <a16:creationId xmlns:a16="http://schemas.microsoft.com/office/drawing/2014/main" id="{9518B655-D285-4FDD-3251-5C69EB5FD610}"/>
              </a:ext>
            </a:extLst>
          </p:cNvPr>
          <p:cNvPicPr>
            <a:picLocks noChangeAspect="1"/>
          </p:cNvPicPr>
          <p:nvPr/>
        </p:nvPicPr>
        <p:blipFill>
          <a:blip r:embed="rId3"/>
          <a:stretch>
            <a:fillRect/>
          </a:stretch>
        </p:blipFill>
        <p:spPr>
          <a:xfrm>
            <a:off x="0" y="4978977"/>
            <a:ext cx="2493819" cy="1876137"/>
          </a:xfrm>
          <a:prstGeom prst="rect">
            <a:avLst/>
          </a:prstGeom>
        </p:spPr>
      </p:pic>
    </p:spTree>
    <p:extLst>
      <p:ext uri="{BB962C8B-B14F-4D97-AF65-F5344CB8AC3E}">
        <p14:creationId xmlns:p14="http://schemas.microsoft.com/office/powerpoint/2010/main" val="1551261034"/>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EAAFD-33ED-31D4-037B-400D46249D54}"/>
              </a:ext>
            </a:extLst>
          </p:cNvPr>
          <p:cNvSpPr>
            <a:spLocks noGrp="1"/>
          </p:cNvSpPr>
          <p:nvPr>
            <p:ph type="title"/>
          </p:nvPr>
        </p:nvSpPr>
        <p:spPr/>
        <p:txBody>
          <a:bodyPr/>
          <a:lstStyle/>
          <a:p>
            <a:r>
              <a:rPr lang="en-US"/>
              <a:t>Tradeoff</a:t>
            </a:r>
          </a:p>
        </p:txBody>
      </p:sp>
      <p:sp>
        <p:nvSpPr>
          <p:cNvPr id="4" name="Content Placeholder 3">
            <a:extLst>
              <a:ext uri="{FF2B5EF4-FFF2-40B4-BE49-F238E27FC236}">
                <a16:creationId xmlns:a16="http://schemas.microsoft.com/office/drawing/2014/main" id="{26EA13FA-B701-7A19-0C42-D7F1A97887F6}"/>
              </a:ext>
            </a:extLst>
          </p:cNvPr>
          <p:cNvSpPr>
            <a:spLocks noGrp="1"/>
          </p:cNvSpPr>
          <p:nvPr>
            <p:ph sz="quarter" idx="14"/>
          </p:nvPr>
        </p:nvSpPr>
        <p:spPr/>
        <p:txBody>
          <a:bodyPr/>
          <a:lstStyle/>
          <a:p>
            <a:r>
              <a:rPr lang="en-US" sz="2800"/>
              <a:t>We make our design user-focused. This is to ensure that our system isn’t solely based on cameras and sensors. It will be prone to user error. Our system is not fully trustworthy, but it will work efficiently 24/7 at a cheap cost.</a:t>
            </a:r>
          </a:p>
        </p:txBody>
      </p:sp>
      <p:pic>
        <p:nvPicPr>
          <p:cNvPr id="6" name="Picture 5" descr="Desperate Blue Emoji">
            <a:extLst>
              <a:ext uri="{FF2B5EF4-FFF2-40B4-BE49-F238E27FC236}">
                <a16:creationId xmlns:a16="http://schemas.microsoft.com/office/drawing/2014/main" id="{8F5E24F1-223B-5342-BCB7-36901363CB6D}"/>
              </a:ext>
            </a:extLst>
          </p:cNvPr>
          <p:cNvPicPr>
            <a:picLocks noChangeAspect="1"/>
          </p:cNvPicPr>
          <p:nvPr/>
        </p:nvPicPr>
        <p:blipFill>
          <a:blip r:embed="rId2"/>
          <a:stretch>
            <a:fillRect/>
          </a:stretch>
        </p:blipFill>
        <p:spPr>
          <a:xfrm>
            <a:off x="-304800" y="-210207"/>
            <a:ext cx="7086600" cy="7086600"/>
          </a:xfrm>
          <a:prstGeom prst="rect">
            <a:avLst/>
          </a:prstGeom>
        </p:spPr>
      </p:pic>
    </p:spTree>
    <p:extLst>
      <p:ext uri="{BB962C8B-B14F-4D97-AF65-F5344CB8AC3E}">
        <p14:creationId xmlns:p14="http://schemas.microsoft.com/office/powerpoint/2010/main" val="63474150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00DD8-75AE-D140-D194-BE361E90E0C8}"/>
              </a:ext>
            </a:extLst>
          </p:cNvPr>
          <p:cNvSpPr>
            <a:spLocks noGrp="1"/>
          </p:cNvSpPr>
          <p:nvPr>
            <p:ph type="title"/>
          </p:nvPr>
        </p:nvSpPr>
        <p:spPr/>
        <p:txBody>
          <a:bodyPr/>
          <a:lstStyle/>
          <a:p>
            <a:r>
              <a:rPr lang="en-US"/>
              <a:t>RISK</a:t>
            </a:r>
          </a:p>
        </p:txBody>
      </p:sp>
      <p:pic>
        <p:nvPicPr>
          <p:cNvPr id="5" name="Picture Placeholder 4" descr="Cat GIFs | Tenor">
            <a:extLst>
              <a:ext uri="{FF2B5EF4-FFF2-40B4-BE49-F238E27FC236}">
                <a16:creationId xmlns:a16="http://schemas.microsoft.com/office/drawing/2014/main" id="{1EBE01C4-38F0-F754-CFA8-181659E43C71}"/>
              </a:ext>
            </a:extLst>
          </p:cNvPr>
          <p:cNvPicPr>
            <a:picLocks noGrp="1" noChangeAspect="1"/>
          </p:cNvPicPr>
          <p:nvPr>
            <p:ph type="pic" sz="quarter" idx="15"/>
          </p:nvPr>
        </p:nvPicPr>
        <p:blipFill>
          <a:blip r:embed="rId2"/>
          <a:srcRect l="16511" r="16511"/>
          <a:stretch/>
        </p:blipFill>
        <p:spPr>
          <a:xfrm>
            <a:off x="10289678" y="-1258"/>
            <a:ext cx="1905000" cy="1905000"/>
          </a:xfrm>
          <a:prstGeom prst="rect">
            <a:avLst/>
          </a:prstGeom>
          <a:blipFill>
            <a:blip r:embed="rId3">
              <a:alphaModFix amt="60000"/>
            </a:blip>
            <a:stretch>
              <a:fillRect/>
            </a:stretch>
          </a:blipFill>
        </p:spPr>
      </p:pic>
      <p:sp>
        <p:nvSpPr>
          <p:cNvPr id="4" name="Content Placeholder 3">
            <a:extLst>
              <a:ext uri="{FF2B5EF4-FFF2-40B4-BE49-F238E27FC236}">
                <a16:creationId xmlns:a16="http://schemas.microsoft.com/office/drawing/2014/main" id="{E90506BD-D115-6032-CFB2-35BB3F883E7C}"/>
              </a:ext>
            </a:extLst>
          </p:cNvPr>
          <p:cNvSpPr>
            <a:spLocks noGrp="1"/>
          </p:cNvSpPr>
          <p:nvPr>
            <p:ph sz="quarter" idx="14"/>
          </p:nvPr>
        </p:nvSpPr>
        <p:spPr/>
        <p:txBody>
          <a:bodyPr/>
          <a:lstStyle/>
          <a:p>
            <a:r>
              <a:rPr lang="en-US" sz="3200"/>
              <a:t>As stated in the Tradeoff section, our system is very dependent on the user. This means we are prone to user error, such as forgetting to submit your data or submitting incorrect data. We also risk software failure and other small errors (people taking multiple spots, etc.) </a:t>
            </a:r>
          </a:p>
        </p:txBody>
      </p:sp>
      <p:pic>
        <p:nvPicPr>
          <p:cNvPr id="7" name="Picture 6" descr="Scared and Defending Blue Emoji">
            <a:extLst>
              <a:ext uri="{FF2B5EF4-FFF2-40B4-BE49-F238E27FC236}">
                <a16:creationId xmlns:a16="http://schemas.microsoft.com/office/drawing/2014/main" id="{D6839A34-34D9-C33B-E179-E4B66857039E}"/>
              </a:ext>
            </a:extLst>
          </p:cNvPr>
          <p:cNvPicPr>
            <a:picLocks noChangeAspect="1"/>
          </p:cNvPicPr>
          <p:nvPr/>
        </p:nvPicPr>
        <p:blipFill>
          <a:blip r:embed="rId4"/>
          <a:stretch>
            <a:fillRect/>
          </a:stretch>
        </p:blipFill>
        <p:spPr>
          <a:xfrm>
            <a:off x="381000" y="1903742"/>
            <a:ext cx="3587599" cy="3587599"/>
          </a:xfrm>
          <a:prstGeom prst="rect">
            <a:avLst/>
          </a:prstGeom>
        </p:spPr>
      </p:pic>
    </p:spTree>
    <p:extLst>
      <p:ext uri="{BB962C8B-B14F-4D97-AF65-F5344CB8AC3E}">
        <p14:creationId xmlns:p14="http://schemas.microsoft.com/office/powerpoint/2010/main" val="4881589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4C3B8-677C-F1EC-3B65-F7D02A4882D4}"/>
              </a:ext>
            </a:extLst>
          </p:cNvPr>
          <p:cNvSpPr>
            <a:spLocks noGrp="1"/>
          </p:cNvSpPr>
          <p:nvPr>
            <p:ph type="title"/>
          </p:nvPr>
        </p:nvSpPr>
        <p:spPr/>
        <p:txBody>
          <a:bodyPr/>
          <a:lstStyle/>
          <a:p>
            <a:r>
              <a:rPr lang="en-US"/>
              <a:t>COSTS</a:t>
            </a:r>
          </a:p>
        </p:txBody>
      </p:sp>
      <p:graphicFrame>
        <p:nvGraphicFramePr>
          <p:cNvPr id="6" name="Table 5">
            <a:extLst>
              <a:ext uri="{FF2B5EF4-FFF2-40B4-BE49-F238E27FC236}">
                <a16:creationId xmlns:a16="http://schemas.microsoft.com/office/drawing/2014/main" id="{B4282943-5C2D-9E78-F102-6A67C25852BF}"/>
              </a:ext>
            </a:extLst>
          </p:cNvPr>
          <p:cNvGraphicFramePr>
            <a:graphicFrameLocks noGrp="1"/>
          </p:cNvGraphicFramePr>
          <p:nvPr>
            <p:extLst>
              <p:ext uri="{D42A27DB-BD31-4B8C-83A1-F6EECF244321}">
                <p14:modId xmlns:p14="http://schemas.microsoft.com/office/powerpoint/2010/main" val="4158819743"/>
              </p:ext>
            </p:extLst>
          </p:nvPr>
        </p:nvGraphicFramePr>
        <p:xfrm>
          <a:off x="304800" y="2437695"/>
          <a:ext cx="7214032" cy="3556000"/>
        </p:xfrm>
        <a:graphic>
          <a:graphicData uri="http://schemas.openxmlformats.org/drawingml/2006/table">
            <a:tbl>
              <a:tblPr firstRow="1" bandRow="1">
                <a:tableStyleId>{5C22544A-7EE6-4342-B048-85BDC9FD1C3A}</a:tableStyleId>
              </a:tblPr>
              <a:tblGrid>
                <a:gridCol w="3607016">
                  <a:extLst>
                    <a:ext uri="{9D8B030D-6E8A-4147-A177-3AD203B41FA5}">
                      <a16:colId xmlns:a16="http://schemas.microsoft.com/office/drawing/2014/main" val="1116467336"/>
                    </a:ext>
                  </a:extLst>
                </a:gridCol>
                <a:gridCol w="3607016">
                  <a:extLst>
                    <a:ext uri="{9D8B030D-6E8A-4147-A177-3AD203B41FA5}">
                      <a16:colId xmlns:a16="http://schemas.microsoft.com/office/drawing/2014/main" val="1362418586"/>
                    </a:ext>
                  </a:extLst>
                </a:gridCol>
              </a:tblGrid>
              <a:tr h="711200">
                <a:tc>
                  <a:txBody>
                    <a:bodyPr/>
                    <a:lstStyle/>
                    <a:p>
                      <a:r>
                        <a:rPr lang="en-US" sz="1800" b="1" kern="1200">
                          <a:solidFill>
                            <a:schemeClr val="lt1"/>
                          </a:solidFill>
                          <a:latin typeface="+mn-lt"/>
                          <a:ea typeface="+mn-ea"/>
                          <a:cs typeface="+mn-cs"/>
                        </a:rPr>
                        <a:t>Category</a:t>
                      </a:r>
                    </a:p>
                  </a:txBody>
                  <a:tcPr/>
                </a:tc>
                <a:tc>
                  <a:txBody>
                    <a:bodyPr/>
                    <a:lstStyle/>
                    <a:p>
                      <a:r>
                        <a:rPr lang="en-US"/>
                        <a:t>Estimated Cost</a:t>
                      </a:r>
                    </a:p>
                  </a:txBody>
                  <a:tcPr/>
                </a:tc>
                <a:extLst>
                  <a:ext uri="{0D108BD9-81ED-4DB2-BD59-A6C34878D82A}">
                    <a16:rowId xmlns:a16="http://schemas.microsoft.com/office/drawing/2014/main" val="1081124804"/>
                  </a:ext>
                </a:extLst>
              </a:tr>
              <a:tr h="711200">
                <a:tc>
                  <a:txBody>
                    <a:bodyPr/>
                    <a:lstStyle/>
                    <a:p>
                      <a:r>
                        <a:rPr lang="en-US" sz="1800" kern="1200">
                          <a:solidFill>
                            <a:schemeClr val="dk1"/>
                          </a:solidFill>
                          <a:latin typeface="+mn-lt"/>
                          <a:ea typeface="+mn-ea"/>
                          <a:cs typeface="+mn-cs"/>
                        </a:rPr>
                        <a:t>Hardware &amp; Installation</a:t>
                      </a:r>
                      <a:endParaRPr lang="en-US"/>
                    </a:p>
                  </a:txBody>
                  <a:tcPr/>
                </a:tc>
                <a:tc>
                  <a:txBody>
                    <a:bodyPr/>
                    <a:lstStyle/>
                    <a:p>
                      <a:r>
                        <a:rPr lang="en-US" sz="1800" kern="1200">
                          <a:solidFill>
                            <a:schemeClr val="dk1"/>
                          </a:solidFill>
                          <a:latin typeface="+mn-lt"/>
                          <a:ea typeface="+mn-ea"/>
                          <a:cs typeface="+mn-cs"/>
                        </a:rPr>
                        <a:t>0-53k</a:t>
                      </a:r>
                      <a:endParaRPr lang="en-US"/>
                    </a:p>
                  </a:txBody>
                  <a:tcPr/>
                </a:tc>
                <a:extLst>
                  <a:ext uri="{0D108BD9-81ED-4DB2-BD59-A6C34878D82A}">
                    <a16:rowId xmlns:a16="http://schemas.microsoft.com/office/drawing/2014/main" val="3506117191"/>
                  </a:ext>
                </a:extLst>
              </a:tr>
              <a:tr h="711200">
                <a:tc>
                  <a:txBody>
                    <a:bodyPr/>
                    <a:lstStyle/>
                    <a:p>
                      <a:r>
                        <a:rPr lang="en-US" sz="1800" kern="1200">
                          <a:solidFill>
                            <a:schemeClr val="dk1"/>
                          </a:solidFill>
                          <a:latin typeface="+mn-lt"/>
                          <a:ea typeface="+mn-ea"/>
                          <a:cs typeface="+mn-cs"/>
                        </a:rPr>
                        <a:t>Software</a:t>
                      </a:r>
                      <a:endParaRPr lang="en-US"/>
                    </a:p>
                  </a:txBody>
                  <a:tcPr/>
                </a:tc>
                <a:tc>
                  <a:txBody>
                    <a:bodyPr/>
                    <a:lstStyle/>
                    <a:p>
                      <a:r>
                        <a:rPr lang="en-US" sz="1800" kern="1200">
                          <a:solidFill>
                            <a:schemeClr val="dk1"/>
                          </a:solidFill>
                          <a:latin typeface="+mn-lt"/>
                          <a:ea typeface="+mn-ea"/>
                          <a:cs typeface="+mn-cs"/>
                        </a:rPr>
                        <a:t>0-90k</a:t>
                      </a:r>
                      <a:endParaRPr lang="en-US"/>
                    </a:p>
                  </a:txBody>
                  <a:tcPr/>
                </a:tc>
                <a:extLst>
                  <a:ext uri="{0D108BD9-81ED-4DB2-BD59-A6C34878D82A}">
                    <a16:rowId xmlns:a16="http://schemas.microsoft.com/office/drawing/2014/main" val="3259829618"/>
                  </a:ext>
                </a:extLst>
              </a:tr>
              <a:tr h="711200">
                <a:tc>
                  <a:txBody>
                    <a:bodyPr/>
                    <a:lstStyle/>
                    <a:p>
                      <a:r>
                        <a:rPr lang="en-US" sz="1800" kern="1200">
                          <a:solidFill>
                            <a:schemeClr val="dk1"/>
                          </a:solidFill>
                          <a:latin typeface="+mn-lt"/>
                          <a:ea typeface="+mn-ea"/>
                          <a:cs typeface="+mn-cs"/>
                        </a:rPr>
                        <a:t>Mobile APP</a:t>
                      </a:r>
                      <a:endParaRPr lang="en-US"/>
                    </a:p>
                  </a:txBody>
                  <a:tcPr/>
                </a:tc>
                <a:tc>
                  <a:txBody>
                    <a:bodyPr/>
                    <a:lstStyle/>
                    <a:p>
                      <a:r>
                        <a:rPr lang="en-US" sz="1800" kern="1200">
                          <a:solidFill>
                            <a:schemeClr val="dk1"/>
                          </a:solidFill>
                          <a:latin typeface="+mn-lt"/>
                          <a:ea typeface="+mn-ea"/>
                          <a:cs typeface="+mn-cs"/>
                        </a:rPr>
                        <a:t>20k - 100k</a:t>
                      </a:r>
                      <a:endParaRPr lang="en-US"/>
                    </a:p>
                  </a:txBody>
                  <a:tcPr/>
                </a:tc>
                <a:extLst>
                  <a:ext uri="{0D108BD9-81ED-4DB2-BD59-A6C34878D82A}">
                    <a16:rowId xmlns:a16="http://schemas.microsoft.com/office/drawing/2014/main" val="4122198733"/>
                  </a:ext>
                </a:extLst>
              </a:tr>
              <a:tr h="711200">
                <a:tc>
                  <a:txBody>
                    <a:bodyPr/>
                    <a:lstStyle/>
                    <a:p>
                      <a:r>
                        <a:rPr lang="en-US" sz="1800" b="1" kern="1200">
                          <a:solidFill>
                            <a:schemeClr val="dk1"/>
                          </a:solidFill>
                          <a:latin typeface="+mn-lt"/>
                          <a:ea typeface="+mn-ea"/>
                          <a:cs typeface="+mn-cs"/>
                        </a:rPr>
                        <a:t>One Time Total:</a:t>
                      </a:r>
                      <a:endParaRPr lang="en-US"/>
                    </a:p>
                  </a:txBody>
                  <a:tcPr/>
                </a:tc>
                <a:tc>
                  <a:txBody>
                    <a:bodyPr/>
                    <a:lstStyle/>
                    <a:p>
                      <a:r>
                        <a:rPr lang="en-US" sz="1800" b="1" kern="1200">
                          <a:solidFill>
                            <a:schemeClr val="dk1"/>
                          </a:solidFill>
                          <a:latin typeface="+mn-lt"/>
                          <a:ea typeface="+mn-ea"/>
                          <a:cs typeface="+mn-cs"/>
                        </a:rPr>
                        <a:t>165k - 243k</a:t>
                      </a:r>
                      <a:endParaRPr lang="en-US"/>
                    </a:p>
                  </a:txBody>
                  <a:tcPr/>
                </a:tc>
                <a:extLst>
                  <a:ext uri="{0D108BD9-81ED-4DB2-BD59-A6C34878D82A}">
                    <a16:rowId xmlns:a16="http://schemas.microsoft.com/office/drawing/2014/main" val="3302789000"/>
                  </a:ext>
                </a:extLst>
              </a:tr>
            </a:tbl>
          </a:graphicData>
        </a:graphic>
      </p:graphicFrame>
      <p:pic>
        <p:nvPicPr>
          <p:cNvPr id="12" name="Picture Placeholder 11" descr="Money Stacks GIFs | Tenor">
            <a:extLst>
              <a:ext uri="{FF2B5EF4-FFF2-40B4-BE49-F238E27FC236}">
                <a16:creationId xmlns:a16="http://schemas.microsoft.com/office/drawing/2014/main" id="{6E58538B-2C8D-9200-92A4-1F57DC7A497C}"/>
              </a:ext>
            </a:extLst>
          </p:cNvPr>
          <p:cNvPicPr>
            <a:picLocks noGrp="1" noChangeAspect="1"/>
          </p:cNvPicPr>
          <p:nvPr>
            <p:ph type="pic" sz="quarter" idx="18"/>
          </p:nvPr>
        </p:nvPicPr>
        <p:blipFill>
          <a:blip r:embed="rId3"/>
          <a:srcRect t="26626" b="26626"/>
          <a:stretch/>
        </p:blipFill>
        <p:spPr>
          <a:xfrm>
            <a:off x="8099714" y="2437695"/>
            <a:ext cx="2095500" cy="3581400"/>
          </a:xfrm>
          <a:prstGeom prst="rect">
            <a:avLst/>
          </a:prstGeom>
          <a:blipFill>
            <a:blip r:embed="rId4">
              <a:alphaModFix amt="60000"/>
            </a:blip>
            <a:stretch>
              <a:fillRect/>
            </a:stretch>
          </a:blipFill>
        </p:spPr>
      </p:pic>
    </p:spTree>
    <p:extLst>
      <p:ext uri="{BB962C8B-B14F-4D97-AF65-F5344CB8AC3E}">
        <p14:creationId xmlns:p14="http://schemas.microsoft.com/office/powerpoint/2010/main" val="3975836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This may contain: a group of minion characters standing in front of each other with their eyes wide open">
            <a:extLst>
              <a:ext uri="{FF2B5EF4-FFF2-40B4-BE49-F238E27FC236}">
                <a16:creationId xmlns:a16="http://schemas.microsoft.com/office/drawing/2014/main" id="{F93E1CCA-CA03-CD1D-BD64-D5A4A7C9F877}"/>
              </a:ext>
            </a:extLst>
          </p:cNvPr>
          <p:cNvPicPr>
            <a:picLocks noChangeAspect="1"/>
          </p:cNvPicPr>
          <p:nvPr/>
        </p:nvPicPr>
        <p:blipFill>
          <a:blip r:embed="rId2"/>
          <a:stretch>
            <a:fillRect/>
          </a:stretch>
        </p:blipFill>
        <p:spPr>
          <a:xfrm>
            <a:off x="8915401" y="3442855"/>
            <a:ext cx="3274290" cy="3378200"/>
          </a:xfrm>
          <a:prstGeom prst="rect">
            <a:avLst/>
          </a:prstGeom>
        </p:spPr>
      </p:pic>
      <p:pic>
        <p:nvPicPr>
          <p:cNvPr id="5" name="Picture 4" descr="Kai cenat incineration on Make a GIF">
            <a:extLst>
              <a:ext uri="{FF2B5EF4-FFF2-40B4-BE49-F238E27FC236}">
                <a16:creationId xmlns:a16="http://schemas.microsoft.com/office/drawing/2014/main" id="{B0951AD0-B98A-9C52-F33E-3FE8A4CBF9A6}"/>
              </a:ext>
            </a:extLst>
          </p:cNvPr>
          <p:cNvPicPr>
            <a:picLocks noChangeAspect="1"/>
          </p:cNvPicPr>
          <p:nvPr/>
        </p:nvPicPr>
        <p:blipFill>
          <a:blip r:embed="rId3"/>
          <a:stretch>
            <a:fillRect/>
          </a:stretch>
        </p:blipFill>
        <p:spPr>
          <a:xfrm>
            <a:off x="0" y="4314962"/>
            <a:ext cx="4167187" cy="2513541"/>
          </a:xfrm>
          <a:prstGeom prst="rect">
            <a:avLst/>
          </a:prstGeom>
        </p:spPr>
      </p:pic>
      <p:sp>
        <p:nvSpPr>
          <p:cNvPr id="6" name="TextBox 5">
            <a:extLst>
              <a:ext uri="{FF2B5EF4-FFF2-40B4-BE49-F238E27FC236}">
                <a16:creationId xmlns:a16="http://schemas.microsoft.com/office/drawing/2014/main" id="{52CFA264-5269-E1D2-14A8-F6D410505884}"/>
              </a:ext>
            </a:extLst>
          </p:cNvPr>
          <p:cNvSpPr txBox="1"/>
          <p:nvPr/>
        </p:nvSpPr>
        <p:spPr>
          <a:xfrm>
            <a:off x="144666" y="219527"/>
            <a:ext cx="9070106"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t>Thanks for your time we hope you enjoyed it!</a:t>
            </a:r>
          </a:p>
        </p:txBody>
      </p:sp>
      <p:pic>
        <p:nvPicPr>
          <p:cNvPr id="7" name="Picture 6" descr="Celebrations Memes GIFs - Find &amp; Share on GIPHY">
            <a:extLst>
              <a:ext uri="{FF2B5EF4-FFF2-40B4-BE49-F238E27FC236}">
                <a16:creationId xmlns:a16="http://schemas.microsoft.com/office/drawing/2014/main" id="{F48552AE-98CA-C2E3-C7ED-E8885C6765AB}"/>
              </a:ext>
            </a:extLst>
          </p:cNvPr>
          <p:cNvPicPr>
            <a:picLocks noChangeAspect="1"/>
          </p:cNvPicPr>
          <p:nvPr/>
        </p:nvPicPr>
        <p:blipFill>
          <a:blip r:embed="rId4"/>
          <a:stretch>
            <a:fillRect/>
          </a:stretch>
        </p:blipFill>
        <p:spPr>
          <a:xfrm>
            <a:off x="4382294" y="3631046"/>
            <a:ext cx="4318000" cy="3226954"/>
          </a:xfrm>
          <a:prstGeom prst="rect">
            <a:avLst/>
          </a:prstGeom>
        </p:spPr>
      </p:pic>
      <p:pic>
        <p:nvPicPr>
          <p:cNvPr id="8" name="Picture 7" descr="Celebrate GIFs | Tenor">
            <a:extLst>
              <a:ext uri="{FF2B5EF4-FFF2-40B4-BE49-F238E27FC236}">
                <a16:creationId xmlns:a16="http://schemas.microsoft.com/office/drawing/2014/main" id="{908B0C97-A4CE-A422-7FC6-0868065FDA67}"/>
              </a:ext>
            </a:extLst>
          </p:cNvPr>
          <p:cNvPicPr>
            <a:picLocks noChangeAspect="1"/>
          </p:cNvPicPr>
          <p:nvPr/>
        </p:nvPicPr>
        <p:blipFill>
          <a:blip r:embed="rId5"/>
          <a:stretch>
            <a:fillRect/>
          </a:stretch>
        </p:blipFill>
        <p:spPr>
          <a:xfrm>
            <a:off x="8915978" y="1719118"/>
            <a:ext cx="3273136" cy="2011218"/>
          </a:xfrm>
          <a:prstGeom prst="rect">
            <a:avLst/>
          </a:prstGeom>
        </p:spPr>
      </p:pic>
      <p:pic>
        <p:nvPicPr>
          <p:cNvPr id="9" name="Picture 8">
            <a:extLst>
              <a:ext uri="{FF2B5EF4-FFF2-40B4-BE49-F238E27FC236}">
                <a16:creationId xmlns:a16="http://schemas.microsoft.com/office/drawing/2014/main" id="{9B85E8B4-D17B-038E-F5F6-8DB797B439BE}"/>
              </a:ext>
            </a:extLst>
          </p:cNvPr>
          <p:cNvPicPr>
            <a:picLocks noChangeAspect="1"/>
          </p:cNvPicPr>
          <p:nvPr/>
        </p:nvPicPr>
        <p:blipFill>
          <a:blip r:embed="rId6"/>
          <a:stretch>
            <a:fillRect/>
          </a:stretch>
        </p:blipFill>
        <p:spPr>
          <a:xfrm>
            <a:off x="8315035" y="2308"/>
            <a:ext cx="1207656" cy="1207656"/>
          </a:xfrm>
          <a:prstGeom prst="rect">
            <a:avLst/>
          </a:prstGeom>
        </p:spPr>
      </p:pic>
    </p:spTree>
    <p:extLst>
      <p:ext uri="{BB962C8B-B14F-4D97-AF65-F5344CB8AC3E}">
        <p14:creationId xmlns:p14="http://schemas.microsoft.com/office/powerpoint/2010/main" val="2710960962"/>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
</file>

<file path=ppt/theme/theme1.xml><?xml version="1.0" encoding="utf-8"?>
<a:theme xmlns:a="http://schemas.openxmlformats.org/drawingml/2006/main" name="Blockwork elegance">
  <a:themeElements>
    <a:clrScheme name="Blockwork Elegance- Copilot 1">
      <a:dk1>
        <a:srgbClr val="000000"/>
      </a:dk1>
      <a:lt1>
        <a:srgbClr val="FFFFFF"/>
      </a:lt1>
      <a:dk2>
        <a:srgbClr val="000102"/>
      </a:dk2>
      <a:lt2>
        <a:srgbClr val="F6F2E6"/>
      </a:lt2>
      <a:accent1>
        <a:srgbClr val="28436C"/>
      </a:accent1>
      <a:accent2>
        <a:srgbClr val="F3BC24"/>
      </a:accent2>
      <a:accent3>
        <a:srgbClr val="8E7B63"/>
      </a:accent3>
      <a:accent4>
        <a:srgbClr val="CC563B"/>
      </a:accent4>
      <a:accent5>
        <a:srgbClr val="A3452F"/>
      </a:accent5>
      <a:accent6>
        <a:srgbClr val="BB9D83"/>
      </a:accent6>
      <a:hlink>
        <a:srgbClr val="4E60DA"/>
      </a:hlink>
      <a:folHlink>
        <a:srgbClr val="4E6094"/>
      </a:folHlink>
    </a:clrScheme>
    <a:fontScheme name="Blockwork Elegance">
      <a:majorFont>
        <a:latin typeface="Bahnschrift SemiLight"/>
        <a:ea typeface=""/>
        <a:cs typeface=""/>
      </a:majorFont>
      <a:minorFont>
        <a:latin typeface="Bahnschrift Semi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ockwork elegance_fcaeb239-e0ad-43c4-9739-4084ddd7c62f_wac_v2" id="{21E82CDE-DB0F-446A-AB1C-C548E4C4E61C}" vid="{FC4C4127-EA88-45F9-9442-09B36E6C916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06742B56A16E54992D3CF110DBF50E4" ma:contentTypeVersion="10" ma:contentTypeDescription="Create a new document." ma:contentTypeScope="" ma:versionID="73612b6cb209714d5ae7e8ab9189cb22">
  <xsd:schema xmlns:xsd="http://www.w3.org/2001/XMLSchema" xmlns:xs="http://www.w3.org/2001/XMLSchema" xmlns:p="http://schemas.microsoft.com/office/2006/metadata/properties" xmlns:ns3="76481098-f5d7-4eba-a4ec-0f6ae33749ee" targetNamespace="http://schemas.microsoft.com/office/2006/metadata/properties" ma:root="true" ma:fieldsID="288dc4d07bf359d55cb2b5613d18a399" ns3:_="">
    <xsd:import namespace="76481098-f5d7-4eba-a4ec-0f6ae33749ee"/>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Location" minOccurs="0"/>
                <xsd:element ref="ns3:MediaServiceGenerationTime" minOccurs="0"/>
                <xsd:element ref="ns3:MediaServiceEventHashCode" minOccurs="0"/>
                <xsd:element ref="ns3:MediaServiceSystemTags" minOccurs="0"/>
                <xsd:element ref="ns3:MediaServiceOCR"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6481098-f5d7-4eba-a4ec-0f6ae33749ee"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Location" ma:index="12" nillable="true" ma:displayName="Location" ma:indexed="true" ma:internalName="MediaServiceLocatio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SystemTags" ma:index="15" nillable="true" ma:displayName="MediaServiceSystemTags" ma:hidden="true" ma:internalName="MediaServiceSystemTags" ma:readOnly="true">
      <xsd:simpleType>
        <xsd:restriction base="dms:Note"/>
      </xsd:simpleType>
    </xsd:element>
    <xsd:element name="MediaServiceOCR" ma:index="16" nillable="true" ma:displayName="Extracted Text" ma:internalName="MediaServiceOCR" ma:readOnly="true">
      <xsd:simpleType>
        <xsd:restriction base="dms:Note">
          <xsd:maxLength value="255"/>
        </xsd:restriction>
      </xsd:simpleType>
    </xsd:element>
    <xsd:element name="_activity" ma:index="17"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76481098-f5d7-4eba-a4ec-0f6ae33749ee"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4D3F4F6-2722-42FF-8232-040214E1015C}">
  <ds:schemaRefs>
    <ds:schemaRef ds:uri="76481098-f5d7-4eba-a4ec-0f6ae33749e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EEA42C18-4C38-43BB-8CE3-C963EDA9CBBA}">
  <ds:schemaRefs>
    <ds:schemaRef ds:uri="76481098-f5d7-4eba-a4ec-0f6ae33749e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0DE0AE46-2EED-447A-8B24-DFD65B70D448}">
  <ds:schemaRefs>
    <ds:schemaRef ds:uri="http://schemas.microsoft.com/sharepoint/v3/contenttype/forms"/>
  </ds:schemaRefs>
</ds:datastoreItem>
</file>

<file path=docMetadata/LabelInfo.xml><?xml version="1.0" encoding="utf-8"?>
<clbl:labelList xmlns:clbl="http://schemas.microsoft.com/office/2020/mipLabelMetadata">
  <clbl:label id="{1a19d03a-48bc-4359-8038-5b5f6d5847c3}"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{94D0FB40-8298-4D90-ADBC-8416800DA827}0f45c1b8-b519-4737-8f12-a18148944ef7-TFfcaeb239-e0ad-43c4-9739-4084ddd7c62fe496f549_win32</Template>
  <TotalTime>0</TotalTime>
  <Words>446</Words>
  <Application>Microsoft Office PowerPoint</Application>
  <PresentationFormat>Widescreen</PresentationFormat>
  <Paragraphs>64</Paragraphs>
  <Slides>10</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Arial</vt:lpstr>
      <vt:lpstr>Bahnschrift SemiLight</vt:lpstr>
      <vt:lpstr>Open Sans</vt:lpstr>
      <vt:lpstr>Blockwork elegance</vt:lpstr>
      <vt:lpstr>Student parking system presentation</vt:lpstr>
      <vt:lpstr>Western parking program design</vt:lpstr>
      <vt:lpstr>PowerPoint Presentation</vt:lpstr>
      <vt:lpstr>PowerPoint Presentation</vt:lpstr>
      <vt:lpstr>Important IT ROLES</vt:lpstr>
      <vt:lpstr>Design decision</vt:lpstr>
      <vt:lpstr>Tradeoff</vt:lpstr>
      <vt:lpstr>RISK</vt:lpstr>
      <vt:lpstr>COSTS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Samuel Volden</dc:creator>
  <cp:lastModifiedBy>Pedrin, Benjamin</cp:lastModifiedBy>
  <cp:revision>4</cp:revision>
  <dcterms:created xsi:type="dcterms:W3CDTF">2026-10-06T14:20:08Z</dcterms:created>
  <dcterms:modified xsi:type="dcterms:W3CDTF">2026-10-12T23:48:03Z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0x010100E06742B56A16E54992D3CF110DBF50E4</vt:lpwstr>
  </property>
  <property fmtid="{D5CDD505-2E9C-101B-9397-08002B2CF9AE}" pid="3" name="MediaServiceImageTags">
    <vt:lpwstr/>
  </property>
</Properties>
</file>